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sldIdLst>
    <p:sldId id="286" r:id="rId5"/>
    <p:sldId id="261" r:id="rId6"/>
    <p:sldId id="287" r:id="rId7"/>
    <p:sldId id="288" r:id="rId8"/>
    <p:sldId id="289" r:id="rId9"/>
    <p:sldId id="290" r:id="rId10"/>
    <p:sldId id="291" r:id="rId11"/>
    <p:sldId id="292" r:id="rId12"/>
    <p:sldId id="293" r:id="rId13"/>
    <p:sldId id="296" r:id="rId14"/>
    <p:sldId id="295"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iapositive de titre">
    <p:spTree>
      <p:nvGrpSpPr>
        <p:cNvPr id="1" name=""/>
        <p:cNvGrpSpPr/>
        <p:nvPr/>
      </p:nvGrpSpPr>
      <p:grpSpPr>
        <a:xfrm>
          <a:off x="0" y="0"/>
          <a:ext cx="0" cy="0"/>
          <a:chOff x="0" y="0"/>
          <a:chExt cx="0" cy="0"/>
        </a:xfrm>
      </p:grpSpPr>
      <p:sp>
        <p:nvSpPr>
          <p:cNvPr id="10" name="Confidential">
            <a:extLst>
              <a:ext uri="{FF2B5EF4-FFF2-40B4-BE49-F238E27FC236}">
                <a16:creationId xmlns:a16="http://schemas.microsoft.com/office/drawing/2014/main" id="{1062C9F3-64D1-4E87-B402-4DEFE750FB4B}"/>
              </a:ext>
            </a:extLst>
          </p:cNvPr>
          <p:cNvSpPr/>
          <p:nvPr/>
        </p:nvSpPr>
        <p:spPr>
          <a:xfrm>
            <a:off x="0" y="6606000"/>
            <a:ext cx="12192000" cy="252000"/>
          </a:xfrm>
          <a:prstGeom prst="rect">
            <a:avLst/>
          </a:prstGeom>
          <a:solidFill>
            <a:srgbClr val="E9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err="1">
                <a:solidFill>
                  <a:srgbClr val="FF0000"/>
                </a:solidFill>
              </a:rPr>
              <a:t>Confidential</a:t>
            </a:r>
            <a:r>
              <a:rPr lang="fr-FR" sz="1200" b="1" dirty="0">
                <a:solidFill>
                  <a:srgbClr val="FF0000"/>
                </a:solidFill>
              </a:rPr>
              <a:t> </a:t>
            </a:r>
            <a:r>
              <a:rPr lang="en-US" sz="1200" kern="1200" dirty="0">
                <a:solidFill>
                  <a:schemeClr val="tx1">
                    <a:lumMod val="75000"/>
                    <a:lumOff val="25000"/>
                  </a:schemeClr>
                </a:solidFill>
                <a:latin typeface="+mn-lt"/>
                <a:ea typeface="+mn-ea"/>
                <a:cs typeface="+mn-cs"/>
              </a:rPr>
              <a:t>- © KUHN SAS and/or its affiliates - </a:t>
            </a:r>
            <a:endParaRPr lang="fr-FR" sz="1200" kern="1200" dirty="0">
              <a:solidFill>
                <a:schemeClr val="tx1">
                  <a:lumMod val="75000"/>
                  <a:lumOff val="25000"/>
                </a:schemeClr>
              </a:solidFill>
              <a:latin typeface="+mn-lt"/>
              <a:ea typeface="+mn-ea"/>
              <a:cs typeface="+mn-cs"/>
            </a:endParaRPr>
          </a:p>
        </p:txBody>
      </p:sp>
      <p:pic>
        <p:nvPicPr>
          <p:cNvPr id="2" name="Fris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2772219"/>
            <a:ext cx="12192000" cy="3610041"/>
          </a:xfrm>
          <a:prstGeom prst="rect">
            <a:avLst/>
          </a:prstGeom>
        </p:spPr>
      </p:pic>
      <p:pic>
        <p:nvPicPr>
          <p:cNvPr id="8" name="Logo KUHN">
            <a:extLst>
              <a:ext uri="{FF2B5EF4-FFF2-40B4-BE49-F238E27FC236}">
                <a16:creationId xmlns:a16="http://schemas.microsoft.com/office/drawing/2014/main" id="{640F8E40-41FA-4FEC-9BAC-CC5C3FEF11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85956" y="490426"/>
            <a:ext cx="4301414" cy="2219529"/>
          </a:xfrm>
          <a:prstGeom prst="rect">
            <a:avLst/>
          </a:prstGeom>
        </p:spPr>
      </p:pic>
      <p:sp>
        <p:nvSpPr>
          <p:cNvPr id="9" name="Espace réservé du texte 5">
            <a:extLst>
              <a:ext uri="{FF2B5EF4-FFF2-40B4-BE49-F238E27FC236}">
                <a16:creationId xmlns:a16="http://schemas.microsoft.com/office/drawing/2014/main" id="{DAE9A813-4BF1-4586-93A3-E7E41F80F58F}"/>
              </a:ext>
            </a:extLst>
          </p:cNvPr>
          <p:cNvSpPr>
            <a:spLocks noGrp="1"/>
          </p:cNvSpPr>
          <p:nvPr>
            <p:ph type="body" sz="quarter" idx="12"/>
          </p:nvPr>
        </p:nvSpPr>
        <p:spPr>
          <a:xfrm>
            <a:off x="204982" y="3990975"/>
            <a:ext cx="11663362" cy="533400"/>
          </a:xfrm>
        </p:spPr>
        <p:txBody>
          <a:bodyPr anchor="ctr">
            <a:normAutofit/>
          </a:bodyPr>
          <a:lstStyle>
            <a:lvl1pPr marL="0" indent="0" algn="ctr">
              <a:buNone/>
              <a:defRPr sz="1600">
                <a:solidFill>
                  <a:schemeClr val="accent1"/>
                </a:solidFill>
              </a:defRPr>
            </a:lvl1pPr>
          </a:lstStyle>
          <a:p>
            <a:pPr lvl="0"/>
            <a:r>
              <a:rPr lang="pt-BR"/>
              <a:t>Clique para editar os estilos de texto Mestres</a:t>
            </a:r>
          </a:p>
        </p:txBody>
      </p:sp>
      <p:sp>
        <p:nvSpPr>
          <p:cNvPr id="7" name="Sous-titre 2">
            <a:extLst>
              <a:ext uri="{FF2B5EF4-FFF2-40B4-BE49-F238E27FC236}">
                <a16:creationId xmlns:a16="http://schemas.microsoft.com/office/drawing/2014/main" id="{763E77FF-D6F2-41D3-9F06-CF1EA4E3946B}"/>
              </a:ext>
            </a:extLst>
          </p:cNvPr>
          <p:cNvSpPr>
            <a:spLocks noGrp="1"/>
          </p:cNvSpPr>
          <p:nvPr>
            <p:ph type="subTitle" idx="1"/>
          </p:nvPr>
        </p:nvSpPr>
        <p:spPr>
          <a:xfrm>
            <a:off x="205031" y="3525105"/>
            <a:ext cx="11663265" cy="466109"/>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fr-FR" dirty="0"/>
          </a:p>
        </p:txBody>
      </p:sp>
      <p:sp>
        <p:nvSpPr>
          <p:cNvPr id="6" name="Titre 1">
            <a:extLst>
              <a:ext uri="{FF2B5EF4-FFF2-40B4-BE49-F238E27FC236}">
                <a16:creationId xmlns:a16="http://schemas.microsoft.com/office/drawing/2014/main" id="{0ADE9CB8-92EF-492B-B750-64D06C1880F4}"/>
              </a:ext>
            </a:extLst>
          </p:cNvPr>
          <p:cNvSpPr>
            <a:spLocks noGrp="1"/>
          </p:cNvSpPr>
          <p:nvPr>
            <p:ph type="ctrTitle"/>
          </p:nvPr>
        </p:nvSpPr>
        <p:spPr>
          <a:xfrm>
            <a:off x="205031" y="2725191"/>
            <a:ext cx="11663265" cy="784772"/>
          </a:xfrm>
        </p:spPr>
        <p:txBody>
          <a:bodyPr anchor="b"/>
          <a:lstStyle>
            <a:lvl1pPr algn="ctr">
              <a:defRPr sz="4000" b="0">
                <a:solidFill>
                  <a:schemeClr val="tx1">
                    <a:lumMod val="65000"/>
                    <a:lumOff val="35000"/>
                  </a:schemeClr>
                </a:solidFill>
              </a:defRPr>
            </a:lvl1pPr>
          </a:lstStyle>
          <a:p>
            <a:r>
              <a:rPr lang="pt-BR"/>
              <a:t>Clique para editar o título Mestre</a:t>
            </a:r>
            <a:endParaRPr lang="fr-FR" dirty="0"/>
          </a:p>
        </p:txBody>
      </p:sp>
      <p:sp>
        <p:nvSpPr>
          <p:cNvPr id="14" name="Espace réservé de la date 13"/>
          <p:cNvSpPr>
            <a:spLocks noGrp="1"/>
          </p:cNvSpPr>
          <p:nvPr>
            <p:ph type="dt" sz="half" idx="13"/>
          </p:nvPr>
        </p:nvSpPr>
        <p:spPr/>
        <p:txBody>
          <a:bodyPr/>
          <a:lstStyle/>
          <a:p>
            <a:pPr>
              <a:defRPr/>
            </a:pPr>
            <a:fld id="{AD2AC528-295A-47A7-8D9C-833EB3E546DC}" type="datetime1">
              <a:rPr lang="fr-FR" smtClean="0"/>
              <a:pPr>
                <a:defRPr/>
              </a:pPr>
              <a:t>21/05/2026</a:t>
            </a:fld>
            <a:endParaRPr lang="fr-FR" dirty="0"/>
          </a:p>
        </p:txBody>
      </p:sp>
      <p:sp>
        <p:nvSpPr>
          <p:cNvPr id="15" name="Espace réservé du pied de page 14"/>
          <p:cNvSpPr>
            <a:spLocks noGrp="1"/>
          </p:cNvSpPr>
          <p:nvPr>
            <p:ph type="ftr" sz="quarter" idx="14"/>
          </p:nvPr>
        </p:nvSpPr>
        <p:spPr>
          <a:xfrm>
            <a:off x="3358800" y="6606071"/>
            <a:ext cx="7200000" cy="251929"/>
          </a:xfrm>
        </p:spPr>
        <p:txBody>
          <a:bodyPr lIns="72000"/>
          <a:lstStyle/>
          <a:p>
            <a:pPr>
              <a:defRPr/>
            </a:pPr>
            <a:r>
              <a:rPr lang="en-US"/>
              <a:t>KUHN_PPT_MODEL_2018-v3.pptx</a:t>
            </a:r>
            <a:endParaRPr lang="fr-FR"/>
          </a:p>
        </p:txBody>
      </p:sp>
      <p:sp>
        <p:nvSpPr>
          <p:cNvPr id="16" name="Espace réservé du numéro de diapositive 15"/>
          <p:cNvSpPr>
            <a:spLocks noGrp="1"/>
          </p:cNvSpPr>
          <p:nvPr>
            <p:ph type="sldNum" sz="quarter" idx="15"/>
          </p:nvPr>
        </p:nvSpPr>
        <p:spPr/>
        <p:txBody>
          <a:bodyPr/>
          <a:lstStyle/>
          <a:p>
            <a:pPr>
              <a:defRPr/>
            </a:pPr>
            <a:fld id="{CB259F3B-8847-4366-A7B2-0129415583E5}" type="slidenum">
              <a:rPr lang="fr-FR" smtClean="0"/>
              <a:pPr>
                <a:defRPr/>
              </a:pPr>
              <a:t>‹nº›</a:t>
            </a:fld>
            <a:endParaRPr lang="fr-FR" dirty="0"/>
          </a:p>
        </p:txBody>
      </p:sp>
    </p:spTree>
    <p:extLst>
      <p:ext uri="{BB962C8B-B14F-4D97-AF65-F5344CB8AC3E}">
        <p14:creationId xmlns:p14="http://schemas.microsoft.com/office/powerpoint/2010/main" val="223817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sition">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2274E716-2933-4709-A3AE-D61A274A841C}"/>
              </a:ext>
            </a:extLst>
          </p:cNvPr>
          <p:cNvSpPr>
            <a:spLocks noGrp="1"/>
          </p:cNvSpPr>
          <p:nvPr>
            <p:ph type="body" sz="quarter" idx="13"/>
          </p:nvPr>
        </p:nvSpPr>
        <p:spPr>
          <a:xfrm>
            <a:off x="5573062" y="3091503"/>
            <a:ext cx="5580558" cy="674995"/>
          </a:xfrm>
        </p:spPr>
        <p:txBody>
          <a:bodyPr anchor="ctr">
            <a:noAutofit/>
          </a:bodyPr>
          <a:lstStyle>
            <a:lvl1pPr marL="0" indent="0" algn="ctr">
              <a:buNone/>
              <a:defRPr sz="2300" b="1">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pt-BR"/>
              <a:t>Clique para editar os estilos de texto Mestres</a:t>
            </a:r>
          </a:p>
        </p:txBody>
      </p:sp>
      <p:sp>
        <p:nvSpPr>
          <p:cNvPr id="7" name="Espace réservé pour une image  6">
            <a:extLst>
              <a:ext uri="{FF2B5EF4-FFF2-40B4-BE49-F238E27FC236}">
                <a16:creationId xmlns:a16="http://schemas.microsoft.com/office/drawing/2014/main" id="{46F31AE4-3FB7-4480-B383-DA19554FB55C}"/>
              </a:ext>
            </a:extLst>
          </p:cNvPr>
          <p:cNvSpPr>
            <a:spLocks noGrp="1" noChangeAspect="1"/>
          </p:cNvSpPr>
          <p:nvPr>
            <p:ph type="pic" sz="quarter" idx="14"/>
          </p:nvPr>
        </p:nvSpPr>
        <p:spPr>
          <a:xfrm>
            <a:off x="0" y="572118"/>
            <a:ext cx="5040000" cy="6012000"/>
          </a:xfrm>
        </p:spPr>
        <p:txBody>
          <a:bodyPr/>
          <a:lstStyle/>
          <a:p>
            <a:r>
              <a:rPr lang="pt-BR"/>
              <a:t>Clique no ícone para adicionar uma imagem</a:t>
            </a:r>
            <a:endParaRPr lang="fr-FR" dirty="0"/>
          </a:p>
        </p:txBody>
      </p:sp>
      <p:sp>
        <p:nvSpPr>
          <p:cNvPr id="24" name="Titre 23"/>
          <p:cNvSpPr>
            <a:spLocks noGrp="1"/>
          </p:cNvSpPr>
          <p:nvPr>
            <p:ph type="title"/>
          </p:nvPr>
        </p:nvSpPr>
        <p:spPr/>
        <p:txBody>
          <a:bodyPr/>
          <a:lstStyle/>
          <a:p>
            <a:r>
              <a:rPr lang="pt-BR"/>
              <a:t>Clique para editar o título Mestre</a:t>
            </a:r>
            <a:endParaRPr lang="fr-FR" dirty="0"/>
          </a:p>
        </p:txBody>
      </p:sp>
      <p:sp>
        <p:nvSpPr>
          <p:cNvPr id="27" name="Espace réservé de la date 26"/>
          <p:cNvSpPr>
            <a:spLocks noGrp="1"/>
          </p:cNvSpPr>
          <p:nvPr>
            <p:ph type="dt" sz="half" idx="15"/>
          </p:nvPr>
        </p:nvSpPr>
        <p:spPr/>
        <p:txBody>
          <a:bodyPr/>
          <a:lstStyle/>
          <a:p>
            <a:pPr>
              <a:defRPr/>
            </a:pPr>
            <a:fld id="{AACEBA68-32B5-4B03-8053-826D4F6D7A06}" type="datetime1">
              <a:rPr lang="fr-FR" smtClean="0"/>
              <a:pPr>
                <a:defRPr/>
              </a:pPr>
              <a:t>21/05/2026</a:t>
            </a:fld>
            <a:endParaRPr lang="fr-FR" dirty="0"/>
          </a:p>
        </p:txBody>
      </p:sp>
      <p:sp>
        <p:nvSpPr>
          <p:cNvPr id="28" name="Espace réservé du pied de page 27"/>
          <p:cNvSpPr>
            <a:spLocks noGrp="1"/>
          </p:cNvSpPr>
          <p:nvPr>
            <p:ph type="ftr" sz="quarter" idx="16"/>
          </p:nvPr>
        </p:nvSpPr>
        <p:spPr/>
        <p:txBody>
          <a:bodyPr/>
          <a:lstStyle/>
          <a:p>
            <a:pPr>
              <a:defRPr/>
            </a:pPr>
            <a:r>
              <a:rPr lang="en-US"/>
              <a:t>KUHN_PPT_MODEL_2018-v3.pptx</a:t>
            </a:r>
            <a:endParaRPr lang="fr-FR"/>
          </a:p>
        </p:txBody>
      </p:sp>
      <p:sp>
        <p:nvSpPr>
          <p:cNvPr id="29" name="Espace réservé du numéro de diapositive 28"/>
          <p:cNvSpPr>
            <a:spLocks noGrp="1"/>
          </p:cNvSpPr>
          <p:nvPr>
            <p:ph type="sldNum" sz="quarter" idx="17"/>
          </p:nvPr>
        </p:nvSpPr>
        <p:spPr/>
        <p:txBody>
          <a:bodyPr/>
          <a:lstStyle/>
          <a:p>
            <a:pPr>
              <a:defRPr/>
            </a:pPr>
            <a:fld id="{27E4FB38-1121-4289-9C9C-92532B59A325}" type="slidenum">
              <a:rPr lang="fr-FR" smtClean="0"/>
              <a:pPr>
                <a:defRPr/>
              </a:pPr>
              <a:t>‹nº›</a:t>
            </a:fld>
            <a:endParaRPr lang="fr-FR" dirty="0"/>
          </a:p>
        </p:txBody>
      </p:sp>
    </p:spTree>
    <p:extLst>
      <p:ext uri="{BB962C8B-B14F-4D97-AF65-F5344CB8AC3E}">
        <p14:creationId xmlns:p14="http://schemas.microsoft.com/office/powerpoint/2010/main" val="2073595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n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5E3008E-B727-4ABD-A7FE-BC199EF8C514}"/>
              </a:ext>
            </a:extLst>
          </p:cNvPr>
          <p:cNvSpPr>
            <a:spLocks noGrp="1" noChangeAspect="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8" name="Espace réservé du texte 7">
            <a:extLst>
              <a:ext uri="{FF2B5EF4-FFF2-40B4-BE49-F238E27FC236}">
                <a16:creationId xmlns:a16="http://schemas.microsoft.com/office/drawing/2014/main" id="{2274E716-2933-4709-A3AE-D61A274A841C}"/>
              </a:ext>
            </a:extLst>
          </p:cNvPr>
          <p:cNvSpPr>
            <a:spLocks noGrp="1"/>
          </p:cNvSpPr>
          <p:nvPr>
            <p:ph type="body" sz="quarter" idx="13" hasCustomPrompt="1"/>
          </p:nvPr>
        </p:nvSpPr>
        <p:spPr>
          <a:xfrm>
            <a:off x="130175" y="525463"/>
            <a:ext cx="10279063" cy="388937"/>
          </a:xfrm>
        </p:spPr>
        <p:txBody>
          <a:bodyPr anchor="b">
            <a:noAutofit/>
          </a:bodyPr>
          <a:lstStyle>
            <a:lvl1pPr marL="0" indent="0">
              <a:buNone/>
              <a:defRPr sz="200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fr-FR" dirty="0" err="1"/>
              <a:t>Sous Titre</a:t>
            </a:r>
            <a:endParaRPr lang="fr-FR" dirty="0"/>
          </a:p>
        </p:txBody>
      </p:sp>
      <p:sp>
        <p:nvSpPr>
          <p:cNvPr id="9" name="Titre 8"/>
          <p:cNvSpPr>
            <a:spLocks noGrp="1"/>
          </p:cNvSpPr>
          <p:nvPr>
            <p:ph type="title"/>
          </p:nvPr>
        </p:nvSpPr>
        <p:spPr/>
        <p:txBody>
          <a:bodyPr/>
          <a:lstStyle/>
          <a:p>
            <a:r>
              <a:rPr lang="pt-BR"/>
              <a:t>Clique para editar o título Mestre</a:t>
            </a:r>
            <a:endParaRPr lang="fr-FR"/>
          </a:p>
        </p:txBody>
      </p:sp>
      <p:sp>
        <p:nvSpPr>
          <p:cNvPr id="15" name="Espace réservé de la date 14"/>
          <p:cNvSpPr>
            <a:spLocks noGrp="1"/>
          </p:cNvSpPr>
          <p:nvPr>
            <p:ph type="dt" sz="half" idx="14"/>
          </p:nvPr>
        </p:nvSpPr>
        <p:spPr/>
        <p:txBody>
          <a:bodyPr/>
          <a:lstStyle/>
          <a:p>
            <a:fld id="{E79141B7-8C95-428D-A8F3-29F865744797}" type="datetimeFigureOut">
              <a:rPr lang="pt-BR" smtClean="0"/>
              <a:t>21/05/2026</a:t>
            </a:fld>
            <a:endParaRPr lang="pt-BR"/>
          </a:p>
        </p:txBody>
      </p:sp>
      <p:sp>
        <p:nvSpPr>
          <p:cNvPr id="16" name="Espace réservé du pied de page 15"/>
          <p:cNvSpPr>
            <a:spLocks noGrp="1"/>
          </p:cNvSpPr>
          <p:nvPr>
            <p:ph type="ftr" sz="quarter" idx="15"/>
          </p:nvPr>
        </p:nvSpPr>
        <p:spPr/>
        <p:txBody>
          <a:bodyPr/>
          <a:lstStyle/>
          <a:p>
            <a:endParaRPr lang="pt-BR"/>
          </a:p>
        </p:txBody>
      </p:sp>
      <p:sp>
        <p:nvSpPr>
          <p:cNvPr id="17" name="Espace réservé du numéro de diapositive 16"/>
          <p:cNvSpPr>
            <a:spLocks noGrp="1"/>
          </p:cNvSpPr>
          <p:nvPr>
            <p:ph type="sldNum" sz="quarter" idx="16"/>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1244516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763F666-BD87-4B47-84E0-8D1C7BCBB7B4}"/>
              </a:ext>
            </a:extLst>
          </p:cNvPr>
          <p:cNvSpPr>
            <a:spLocks noGrp="1" noChangeAspect="1"/>
          </p:cNvSpPr>
          <p:nvPr>
            <p:ph sz="half" idx="1"/>
          </p:nvPr>
        </p:nvSpPr>
        <p:spPr>
          <a:xfrm>
            <a:off x="142768" y="957884"/>
            <a:ext cx="5881848" cy="560880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4" name="Espace réservé du contenu 3">
            <a:extLst>
              <a:ext uri="{FF2B5EF4-FFF2-40B4-BE49-F238E27FC236}">
                <a16:creationId xmlns:a16="http://schemas.microsoft.com/office/drawing/2014/main" id="{446C0A84-7B98-4568-9180-7E9CEE3CB322}"/>
              </a:ext>
            </a:extLst>
          </p:cNvPr>
          <p:cNvSpPr>
            <a:spLocks noGrp="1" noChangeAspect="1"/>
          </p:cNvSpPr>
          <p:nvPr>
            <p:ph sz="half" idx="2"/>
          </p:nvPr>
        </p:nvSpPr>
        <p:spPr>
          <a:xfrm>
            <a:off x="6167384" y="957884"/>
            <a:ext cx="5881848" cy="560880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9" name="Espace réservé du texte 7">
            <a:extLst>
              <a:ext uri="{FF2B5EF4-FFF2-40B4-BE49-F238E27FC236}">
                <a16:creationId xmlns:a16="http://schemas.microsoft.com/office/drawing/2014/main" id="{BCFFE651-6F92-49AE-A947-E44BD3D640D1}"/>
              </a:ext>
            </a:extLst>
          </p:cNvPr>
          <p:cNvSpPr>
            <a:spLocks noGrp="1"/>
          </p:cNvSpPr>
          <p:nvPr>
            <p:ph type="body" sz="quarter" idx="13" hasCustomPrompt="1"/>
          </p:nvPr>
        </p:nvSpPr>
        <p:spPr>
          <a:xfrm>
            <a:off x="130175" y="525463"/>
            <a:ext cx="10279063" cy="388937"/>
          </a:xfrm>
        </p:spPr>
        <p:txBody>
          <a:bodyPr anchor="b">
            <a:noAutofit/>
          </a:bodyPr>
          <a:lstStyle>
            <a:lvl1pPr marL="0" indent="0">
              <a:buNone/>
              <a:defRPr sz="200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fr-FR" dirty="0" err="1"/>
              <a:t>Sous Titre</a:t>
            </a:r>
            <a:endParaRPr lang="fr-FR" dirty="0"/>
          </a:p>
        </p:txBody>
      </p:sp>
      <p:sp>
        <p:nvSpPr>
          <p:cNvPr id="15" name="Titre 14"/>
          <p:cNvSpPr>
            <a:spLocks noGrp="1"/>
          </p:cNvSpPr>
          <p:nvPr>
            <p:ph type="title"/>
          </p:nvPr>
        </p:nvSpPr>
        <p:spPr/>
        <p:txBody>
          <a:bodyPr/>
          <a:lstStyle/>
          <a:p>
            <a:r>
              <a:rPr lang="pt-BR"/>
              <a:t>Clique para editar o título Mestre</a:t>
            </a:r>
            <a:endParaRPr lang="fr-FR"/>
          </a:p>
        </p:txBody>
      </p:sp>
      <p:sp>
        <p:nvSpPr>
          <p:cNvPr id="16" name="Espace réservé de la date 15"/>
          <p:cNvSpPr>
            <a:spLocks noGrp="1"/>
          </p:cNvSpPr>
          <p:nvPr>
            <p:ph type="dt" sz="half" idx="14"/>
          </p:nvPr>
        </p:nvSpPr>
        <p:spPr/>
        <p:txBody>
          <a:bodyPr/>
          <a:lstStyle/>
          <a:p>
            <a:fld id="{E79141B7-8C95-428D-A8F3-29F865744797}" type="datetimeFigureOut">
              <a:rPr lang="pt-BR" smtClean="0"/>
              <a:t>21/05/2026</a:t>
            </a:fld>
            <a:endParaRPr lang="pt-BR"/>
          </a:p>
        </p:txBody>
      </p:sp>
      <p:sp>
        <p:nvSpPr>
          <p:cNvPr id="17" name="Espace réservé du pied de page 16"/>
          <p:cNvSpPr>
            <a:spLocks noGrp="1"/>
          </p:cNvSpPr>
          <p:nvPr>
            <p:ph type="ftr" sz="quarter" idx="15"/>
          </p:nvPr>
        </p:nvSpPr>
        <p:spPr/>
        <p:txBody>
          <a:bodyPr/>
          <a:lstStyle/>
          <a:p>
            <a:endParaRPr lang="pt-BR"/>
          </a:p>
        </p:txBody>
      </p:sp>
      <p:sp>
        <p:nvSpPr>
          <p:cNvPr id="18" name="Espace réservé du numéro de diapositive 17"/>
          <p:cNvSpPr>
            <a:spLocks noGrp="1"/>
          </p:cNvSpPr>
          <p:nvPr>
            <p:ph type="sldNum" sz="quarter" idx="16"/>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3752049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DC2B2-9A4B-4F7B-B39C-F88E692506CB}"/>
              </a:ext>
            </a:extLst>
          </p:cNvPr>
          <p:cNvSpPr>
            <a:spLocks noGrp="1"/>
          </p:cNvSpPr>
          <p:nvPr>
            <p:ph type="title"/>
          </p:nvPr>
        </p:nvSpPr>
        <p:spPr/>
        <p:txBody>
          <a:bodyPr/>
          <a:lstStyle>
            <a:lvl1pPr>
              <a:defRPr>
                <a:solidFill>
                  <a:schemeClr val="tx1">
                    <a:lumMod val="65000"/>
                    <a:lumOff val="35000"/>
                  </a:schemeClr>
                </a:solidFill>
              </a:defRPr>
            </a:lvl1pPr>
          </a:lstStyle>
          <a:p>
            <a:r>
              <a:rPr lang="pt-BR"/>
              <a:t>Clique para editar o título Mestre</a:t>
            </a:r>
            <a:endParaRPr lang="fr-FR"/>
          </a:p>
        </p:txBody>
      </p:sp>
      <p:sp>
        <p:nvSpPr>
          <p:cNvPr id="3" name="Espace réservé du contenu 2">
            <a:extLst>
              <a:ext uri="{FF2B5EF4-FFF2-40B4-BE49-F238E27FC236}">
                <a16:creationId xmlns:a16="http://schemas.microsoft.com/office/drawing/2014/main" id="{1763F666-BD87-4B47-84E0-8D1C7BCBB7B4}"/>
              </a:ext>
            </a:extLst>
          </p:cNvPr>
          <p:cNvSpPr>
            <a:spLocks noGrp="1" noChangeAspect="1"/>
          </p:cNvSpPr>
          <p:nvPr>
            <p:ph sz="half" idx="1"/>
          </p:nvPr>
        </p:nvSpPr>
        <p:spPr>
          <a:xfrm>
            <a:off x="105000" y="957884"/>
            <a:ext cx="3924000" cy="5608800"/>
          </a:xfrm>
        </p:spPr>
        <p:txBody>
          <a:bodyPr>
            <a:normAutofit/>
          </a:bodyPr>
          <a:lstStyle>
            <a:lvl1pPr>
              <a:defRPr sz="1800"/>
            </a:lvl1pPr>
            <a:lvl2pPr>
              <a:defRPr sz="1600"/>
            </a:lvl2pPr>
            <a:lvl3pPr>
              <a:defRPr sz="1400"/>
            </a:lvl3pPr>
            <a:lvl4pPr>
              <a:defRPr sz="1200"/>
            </a:lvl4pPr>
            <a:lvl5pPr>
              <a:defRPr sz="11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4" name="Espace réservé du contenu 3">
            <a:extLst>
              <a:ext uri="{FF2B5EF4-FFF2-40B4-BE49-F238E27FC236}">
                <a16:creationId xmlns:a16="http://schemas.microsoft.com/office/drawing/2014/main" id="{446C0A84-7B98-4568-9180-7E9CEE3CB322}"/>
              </a:ext>
            </a:extLst>
          </p:cNvPr>
          <p:cNvSpPr>
            <a:spLocks noGrp="1" noChangeAspect="1"/>
          </p:cNvSpPr>
          <p:nvPr>
            <p:ph sz="half" idx="2"/>
          </p:nvPr>
        </p:nvSpPr>
        <p:spPr>
          <a:xfrm>
            <a:off x="4134000" y="957884"/>
            <a:ext cx="3924000" cy="5608800"/>
          </a:xfrm>
        </p:spPr>
        <p:txBody>
          <a:bodyPr>
            <a:normAutofit/>
          </a:bodyPr>
          <a:lstStyle>
            <a:lvl1pPr>
              <a:defRPr sz="1800"/>
            </a:lvl1pPr>
            <a:lvl2pPr>
              <a:defRPr sz="1600"/>
            </a:lvl2pPr>
            <a:lvl3pPr>
              <a:defRPr sz="1400"/>
            </a:lvl3pPr>
            <a:lvl4pPr>
              <a:defRPr sz="1200"/>
            </a:lvl4pPr>
            <a:lvl5pPr>
              <a:defRPr sz="11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9" name="Espace réservé du contenu 3">
            <a:extLst>
              <a:ext uri="{FF2B5EF4-FFF2-40B4-BE49-F238E27FC236}">
                <a16:creationId xmlns:a16="http://schemas.microsoft.com/office/drawing/2014/main" id="{5657B3A7-C043-4F55-B498-D0CB555D0B75}"/>
              </a:ext>
            </a:extLst>
          </p:cNvPr>
          <p:cNvSpPr>
            <a:spLocks noGrp="1" noChangeAspect="1"/>
          </p:cNvSpPr>
          <p:nvPr>
            <p:ph sz="half" idx="14"/>
          </p:nvPr>
        </p:nvSpPr>
        <p:spPr>
          <a:xfrm>
            <a:off x="8163000" y="957884"/>
            <a:ext cx="3924000" cy="5608800"/>
          </a:xfrm>
        </p:spPr>
        <p:txBody>
          <a:bodyPr>
            <a:normAutofit/>
          </a:bodyPr>
          <a:lstStyle>
            <a:lvl1pPr>
              <a:defRPr sz="1800"/>
            </a:lvl1pPr>
            <a:lvl2pPr>
              <a:defRPr sz="1600"/>
            </a:lvl2pPr>
            <a:lvl3pPr>
              <a:defRPr sz="1400"/>
            </a:lvl3pPr>
            <a:lvl4pPr>
              <a:defRPr sz="1200"/>
            </a:lvl4pPr>
            <a:lvl5pPr>
              <a:defRPr sz="11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fr-FR" dirty="0"/>
          </a:p>
        </p:txBody>
      </p:sp>
      <p:sp>
        <p:nvSpPr>
          <p:cNvPr id="10" name="Espace réservé du texte 7">
            <a:extLst>
              <a:ext uri="{FF2B5EF4-FFF2-40B4-BE49-F238E27FC236}">
                <a16:creationId xmlns:a16="http://schemas.microsoft.com/office/drawing/2014/main" id="{E181D5C4-7C50-4C96-AB3B-5AC31AE31F04}"/>
              </a:ext>
            </a:extLst>
          </p:cNvPr>
          <p:cNvSpPr>
            <a:spLocks noGrp="1"/>
          </p:cNvSpPr>
          <p:nvPr>
            <p:ph type="body" sz="quarter" idx="13" hasCustomPrompt="1"/>
          </p:nvPr>
        </p:nvSpPr>
        <p:spPr>
          <a:xfrm>
            <a:off x="130175" y="525463"/>
            <a:ext cx="10279063" cy="388937"/>
          </a:xfrm>
        </p:spPr>
        <p:txBody>
          <a:bodyPr anchor="b">
            <a:noAutofit/>
          </a:bodyPr>
          <a:lstStyle>
            <a:lvl1pPr marL="0" indent="0">
              <a:buNone/>
              <a:defRPr sz="200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fr-FR" dirty="0" err="1"/>
              <a:t>Sous Titre</a:t>
            </a:r>
            <a:endParaRPr lang="fr-FR" dirty="0"/>
          </a:p>
        </p:txBody>
      </p:sp>
      <p:sp>
        <p:nvSpPr>
          <p:cNvPr id="5" name="Espace réservé de la date 4"/>
          <p:cNvSpPr>
            <a:spLocks noGrp="1"/>
          </p:cNvSpPr>
          <p:nvPr>
            <p:ph type="dt" sz="half" idx="15"/>
          </p:nvPr>
        </p:nvSpPr>
        <p:spPr/>
        <p:txBody>
          <a:bodyPr/>
          <a:lstStyle/>
          <a:p>
            <a:fld id="{E79141B7-8C95-428D-A8F3-29F865744797}" type="datetimeFigureOut">
              <a:rPr lang="pt-BR" smtClean="0"/>
              <a:t>21/05/2026</a:t>
            </a:fld>
            <a:endParaRPr lang="pt-BR"/>
          </a:p>
        </p:txBody>
      </p:sp>
      <p:sp>
        <p:nvSpPr>
          <p:cNvPr id="6" name="Espace réservé du pied de page 5"/>
          <p:cNvSpPr>
            <a:spLocks noGrp="1"/>
          </p:cNvSpPr>
          <p:nvPr>
            <p:ph type="ftr" sz="quarter" idx="16"/>
          </p:nvPr>
        </p:nvSpPr>
        <p:spPr/>
        <p:txBody>
          <a:bodyPr/>
          <a:lstStyle/>
          <a:p>
            <a:endParaRPr lang="pt-BR"/>
          </a:p>
        </p:txBody>
      </p:sp>
      <p:sp>
        <p:nvSpPr>
          <p:cNvPr id="8" name="Espace réservé du numéro de diapositive 7"/>
          <p:cNvSpPr>
            <a:spLocks noGrp="1"/>
          </p:cNvSpPr>
          <p:nvPr>
            <p:ph type="sldNum" sz="quarter" idx="17"/>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381981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4FF9D6-B07B-4CCE-A1E1-6E7B076AA88B}"/>
              </a:ext>
            </a:extLst>
          </p:cNvPr>
          <p:cNvSpPr>
            <a:spLocks noGrp="1"/>
          </p:cNvSpPr>
          <p:nvPr>
            <p:ph type="title"/>
          </p:nvPr>
        </p:nvSpPr>
        <p:spPr/>
        <p:txBody>
          <a:bodyPr/>
          <a:lstStyle>
            <a:lvl1pPr>
              <a:defRPr>
                <a:solidFill>
                  <a:schemeClr val="tx1">
                    <a:lumMod val="65000"/>
                    <a:lumOff val="35000"/>
                  </a:schemeClr>
                </a:solidFill>
              </a:defRPr>
            </a:lvl1pPr>
          </a:lstStyle>
          <a:p>
            <a:r>
              <a:rPr lang="pt-BR"/>
              <a:t>Clique para editar o título Mestre</a:t>
            </a:r>
            <a:endParaRPr lang="fr-FR" dirty="0"/>
          </a:p>
        </p:txBody>
      </p:sp>
      <p:sp>
        <p:nvSpPr>
          <p:cNvPr id="7" name="Espace réservé du texte 7">
            <a:extLst>
              <a:ext uri="{FF2B5EF4-FFF2-40B4-BE49-F238E27FC236}">
                <a16:creationId xmlns:a16="http://schemas.microsoft.com/office/drawing/2014/main" id="{FFCC05ED-036B-41CD-B243-307F1AFFE555}"/>
              </a:ext>
            </a:extLst>
          </p:cNvPr>
          <p:cNvSpPr>
            <a:spLocks noGrp="1"/>
          </p:cNvSpPr>
          <p:nvPr>
            <p:ph type="body" sz="quarter" idx="13" hasCustomPrompt="1"/>
          </p:nvPr>
        </p:nvSpPr>
        <p:spPr>
          <a:xfrm>
            <a:off x="130175" y="525463"/>
            <a:ext cx="10279063" cy="388937"/>
          </a:xfrm>
        </p:spPr>
        <p:txBody>
          <a:bodyPr anchor="b">
            <a:noAutofit/>
          </a:bodyPr>
          <a:lstStyle>
            <a:lvl1pPr marL="0" indent="0">
              <a:buNone/>
              <a:defRPr sz="200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fr-FR" dirty="0" err="1"/>
              <a:t>Sous Titre</a:t>
            </a:r>
            <a:endParaRPr lang="fr-FR" dirty="0"/>
          </a:p>
        </p:txBody>
      </p:sp>
      <p:sp>
        <p:nvSpPr>
          <p:cNvPr id="3" name="Espace réservé de la date 2"/>
          <p:cNvSpPr>
            <a:spLocks noGrp="1"/>
          </p:cNvSpPr>
          <p:nvPr>
            <p:ph type="dt" sz="half" idx="14"/>
          </p:nvPr>
        </p:nvSpPr>
        <p:spPr/>
        <p:txBody>
          <a:bodyPr/>
          <a:lstStyle/>
          <a:p>
            <a:fld id="{E79141B7-8C95-428D-A8F3-29F865744797}" type="datetimeFigureOut">
              <a:rPr lang="pt-BR" smtClean="0"/>
              <a:t>21/05/2026</a:t>
            </a:fld>
            <a:endParaRPr lang="pt-BR"/>
          </a:p>
        </p:txBody>
      </p:sp>
      <p:sp>
        <p:nvSpPr>
          <p:cNvPr id="4" name="Espace réservé du pied de page 3"/>
          <p:cNvSpPr>
            <a:spLocks noGrp="1"/>
          </p:cNvSpPr>
          <p:nvPr>
            <p:ph type="ftr" sz="quarter" idx="15"/>
          </p:nvPr>
        </p:nvSpPr>
        <p:spPr/>
        <p:txBody>
          <a:bodyPr/>
          <a:lstStyle/>
          <a:p>
            <a:endParaRPr lang="pt-BR"/>
          </a:p>
        </p:txBody>
      </p:sp>
      <p:sp>
        <p:nvSpPr>
          <p:cNvPr id="6" name="Espace réservé du numéro de diapositive 5"/>
          <p:cNvSpPr>
            <a:spLocks noGrp="1"/>
          </p:cNvSpPr>
          <p:nvPr>
            <p:ph type="sldNum" sz="quarter" idx="16"/>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351752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79141B7-8C95-428D-A8F3-29F865744797}" type="datetimeFigureOut">
              <a:rPr lang="pt-BR" smtClean="0"/>
              <a:t>21/05/2026</a:t>
            </a:fld>
            <a:endParaRPr lang="pt-BR"/>
          </a:p>
        </p:txBody>
      </p:sp>
      <p:sp>
        <p:nvSpPr>
          <p:cNvPr id="3" name="Espace réservé du pied de page 2"/>
          <p:cNvSpPr>
            <a:spLocks noGrp="1"/>
          </p:cNvSpPr>
          <p:nvPr>
            <p:ph type="ftr" sz="quarter" idx="11"/>
          </p:nvPr>
        </p:nvSpPr>
        <p:spPr/>
        <p:txBody>
          <a:bodyPr/>
          <a:lstStyle/>
          <a:p>
            <a:endParaRPr lang="pt-BR"/>
          </a:p>
        </p:txBody>
      </p:sp>
      <p:sp>
        <p:nvSpPr>
          <p:cNvPr id="5" name="Espace réservé du numéro de diapositive 4"/>
          <p:cNvSpPr>
            <a:spLocks noGrp="1"/>
          </p:cNvSpPr>
          <p:nvPr>
            <p:ph type="sldNum" sz="quarter" idx="12"/>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26326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apositive de Fi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2C9F3-64D1-4E87-B402-4DEFE750FB4B}"/>
              </a:ext>
            </a:extLst>
          </p:cNvPr>
          <p:cNvSpPr/>
          <p:nvPr/>
        </p:nvSpPr>
        <p:spPr>
          <a:xfrm>
            <a:off x="0" y="6606000"/>
            <a:ext cx="12192000" cy="252000"/>
          </a:xfrm>
          <a:prstGeom prst="rect">
            <a:avLst/>
          </a:prstGeom>
          <a:solidFill>
            <a:srgbClr val="E9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err="1">
                <a:solidFill>
                  <a:srgbClr val="FF0000"/>
                </a:solidFill>
              </a:rPr>
              <a:t>Confidential</a:t>
            </a:r>
            <a:r>
              <a:rPr lang="fr-FR" sz="1200" b="1" dirty="0">
                <a:solidFill>
                  <a:schemeClr val="tx1">
                    <a:lumMod val="75000"/>
                    <a:lumOff val="25000"/>
                  </a:schemeClr>
                </a:solidFill>
              </a:rPr>
              <a:t> </a:t>
            </a:r>
            <a:r>
              <a:rPr lang="en-US" sz="1200" kern="1200" dirty="0">
                <a:solidFill>
                  <a:schemeClr val="tx1">
                    <a:lumMod val="75000"/>
                    <a:lumOff val="25000"/>
                  </a:schemeClr>
                </a:solidFill>
                <a:latin typeface="+mn-lt"/>
                <a:ea typeface="+mn-ea"/>
                <a:cs typeface="+mn-cs"/>
              </a:rPr>
              <a:t>- © KUHN SAS and/or its affiliates - </a:t>
            </a:r>
            <a:endParaRPr lang="fr-FR" sz="1200" kern="1200" dirty="0">
              <a:solidFill>
                <a:schemeClr val="tx1">
                  <a:lumMod val="75000"/>
                  <a:lumOff val="25000"/>
                </a:schemeClr>
              </a:solidFill>
              <a:latin typeface="+mn-lt"/>
              <a:ea typeface="+mn-ea"/>
              <a:cs typeface="+mn-cs"/>
            </a:endParaRPr>
          </a:p>
        </p:txBody>
      </p:sp>
      <p:pic>
        <p:nvPicPr>
          <p:cNvPr id="2" name="Fris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49352" y="3060572"/>
            <a:ext cx="9033501" cy="2674812"/>
          </a:xfrm>
          <a:prstGeom prst="rect">
            <a:avLst/>
          </a:prstGeom>
        </p:spPr>
      </p:pic>
      <p:pic>
        <p:nvPicPr>
          <p:cNvPr id="8" name="Logo KUHN">
            <a:extLst>
              <a:ext uri="{FF2B5EF4-FFF2-40B4-BE49-F238E27FC236}">
                <a16:creationId xmlns:a16="http://schemas.microsoft.com/office/drawing/2014/main" id="{640F8E40-41FA-4FEC-9BAC-CC5C3FEF11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85956" y="490426"/>
            <a:ext cx="4301414" cy="2219529"/>
          </a:xfrm>
          <a:prstGeom prst="rect">
            <a:avLst/>
          </a:prstGeom>
        </p:spPr>
      </p:pic>
      <p:sp>
        <p:nvSpPr>
          <p:cNvPr id="12" name="Espace réservé du texte 3">
            <a:extLst>
              <a:ext uri="{FF2B5EF4-FFF2-40B4-BE49-F238E27FC236}">
                <a16:creationId xmlns:a16="http://schemas.microsoft.com/office/drawing/2014/main" id="{57C0C660-D499-4D87-9D0F-E9DFC25B8FA7}"/>
              </a:ext>
            </a:extLst>
          </p:cNvPr>
          <p:cNvSpPr txBox="1">
            <a:spLocks/>
          </p:cNvSpPr>
          <p:nvPr/>
        </p:nvSpPr>
        <p:spPr>
          <a:xfrm>
            <a:off x="204719" y="5859675"/>
            <a:ext cx="11722769" cy="6776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300" i="1" dirty="0">
                <a:solidFill>
                  <a:schemeClr val="tx1">
                    <a:lumMod val="50000"/>
                    <a:lumOff val="50000"/>
                  </a:schemeClr>
                </a:solidFill>
                <a:latin typeface="Arial" panose="020B0604020202020204" pitchFamily="34" charset="0"/>
                <a:cs typeface="Arial" panose="020B0604020202020204" pitchFamily="34" charset="0"/>
              </a:rPr>
              <a:t>CONFIDENTIAL AND PROPRIETARY</a:t>
            </a:r>
            <a:br>
              <a:rPr lang="en-US" i="1" dirty="0">
                <a:solidFill>
                  <a:schemeClr val="tx1">
                    <a:lumMod val="50000"/>
                    <a:lumOff val="50000"/>
                  </a:schemeClr>
                </a:solidFill>
                <a:latin typeface="Arial" panose="020B0604020202020204" pitchFamily="34" charset="0"/>
                <a:cs typeface="Arial" panose="020B0604020202020204" pitchFamily="34" charset="0"/>
              </a:rPr>
            </a:br>
            <a:r>
              <a:rPr lang="en-US" sz="900" i="1" dirty="0">
                <a:solidFill>
                  <a:schemeClr val="tx1">
                    <a:lumMod val="50000"/>
                    <a:lumOff val="50000"/>
                  </a:schemeClr>
                </a:solidFill>
                <a:latin typeface="Arial" panose="020B0604020202020204" pitchFamily="34" charset="0"/>
                <a:cs typeface="Arial" panose="020B0604020202020204" pitchFamily="34" charset="0"/>
              </a:rPr>
              <a:t>This presentation, including any supporting materials, is owned by KUHN SAS and/or its affiliates and is for the sole use of the intended KUHN audience or other intended recipients. This presentation may contain information that is confidential, proprietary or otherwise legally protected, and it may not be further copied, distributed or publicly displayed without the express written permission of KUHN SAS or its affiliates. ©KUHN SAS and/or its affiliates. </a:t>
            </a:r>
            <a:br>
              <a:rPr lang="en-US" sz="900" i="1" dirty="0">
                <a:solidFill>
                  <a:schemeClr val="tx1">
                    <a:lumMod val="50000"/>
                    <a:lumOff val="50000"/>
                  </a:schemeClr>
                </a:solidFill>
                <a:latin typeface="Arial" panose="020B0604020202020204" pitchFamily="34" charset="0"/>
                <a:cs typeface="Arial" panose="020B0604020202020204" pitchFamily="34" charset="0"/>
              </a:rPr>
            </a:br>
            <a:r>
              <a:rPr lang="en-US" sz="900" i="1" dirty="0">
                <a:solidFill>
                  <a:schemeClr val="tx1">
                    <a:lumMod val="50000"/>
                    <a:lumOff val="50000"/>
                  </a:schemeClr>
                </a:solidFill>
                <a:latin typeface="Arial" panose="020B0604020202020204" pitchFamily="34" charset="0"/>
                <a:cs typeface="Arial" panose="020B0604020202020204" pitchFamily="34" charset="0"/>
              </a:rPr>
              <a:t>All rights reserved.</a:t>
            </a:r>
            <a:endParaRPr lang="fr-FR" sz="9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9" name="Espace réservé du texte 5">
            <a:extLst>
              <a:ext uri="{FF2B5EF4-FFF2-40B4-BE49-F238E27FC236}">
                <a16:creationId xmlns:a16="http://schemas.microsoft.com/office/drawing/2014/main" id="{DAE9A813-4BF1-4586-93A3-E7E41F80F58F}"/>
              </a:ext>
            </a:extLst>
          </p:cNvPr>
          <p:cNvSpPr>
            <a:spLocks noGrp="1"/>
          </p:cNvSpPr>
          <p:nvPr>
            <p:ph type="body" sz="quarter" idx="12"/>
          </p:nvPr>
        </p:nvSpPr>
        <p:spPr>
          <a:xfrm>
            <a:off x="204982" y="3522727"/>
            <a:ext cx="11663362" cy="639784"/>
          </a:xfrm>
        </p:spPr>
        <p:txBody>
          <a:bodyPr anchor="ctr">
            <a:normAutofit/>
          </a:bodyPr>
          <a:lstStyle>
            <a:lvl1pPr marL="0" indent="0" algn="ctr">
              <a:buNone/>
              <a:defRPr sz="2000">
                <a:solidFill>
                  <a:schemeClr val="accent1"/>
                </a:solidFill>
              </a:defRPr>
            </a:lvl1pPr>
          </a:lstStyle>
          <a:p>
            <a:pPr lvl="0"/>
            <a:r>
              <a:rPr lang="pt-BR"/>
              <a:t>Clique para editar os estilos de texto Mestres</a:t>
            </a:r>
          </a:p>
        </p:txBody>
      </p:sp>
      <p:sp>
        <p:nvSpPr>
          <p:cNvPr id="6" name="Titre 1">
            <a:extLst>
              <a:ext uri="{FF2B5EF4-FFF2-40B4-BE49-F238E27FC236}">
                <a16:creationId xmlns:a16="http://schemas.microsoft.com/office/drawing/2014/main" id="{0ADE9CB8-92EF-492B-B750-64D06C1880F4}"/>
              </a:ext>
            </a:extLst>
          </p:cNvPr>
          <p:cNvSpPr>
            <a:spLocks noGrp="1"/>
          </p:cNvSpPr>
          <p:nvPr>
            <p:ph type="ctrTitle"/>
          </p:nvPr>
        </p:nvSpPr>
        <p:spPr>
          <a:xfrm>
            <a:off x="205031" y="2725191"/>
            <a:ext cx="11663265" cy="784772"/>
          </a:xfrm>
        </p:spPr>
        <p:txBody>
          <a:bodyPr anchor="b"/>
          <a:lstStyle>
            <a:lvl1pPr algn="ctr">
              <a:defRPr sz="4000" b="0">
                <a:solidFill>
                  <a:schemeClr val="tx1">
                    <a:lumMod val="65000"/>
                    <a:lumOff val="35000"/>
                  </a:schemeClr>
                </a:solidFill>
              </a:defRPr>
            </a:lvl1pPr>
          </a:lstStyle>
          <a:p>
            <a:r>
              <a:rPr lang="pt-BR"/>
              <a:t>Clique para editar o título Mestre</a:t>
            </a:r>
            <a:endParaRPr lang="fr-FR" dirty="0"/>
          </a:p>
        </p:txBody>
      </p:sp>
      <p:sp>
        <p:nvSpPr>
          <p:cNvPr id="3" name="Espace réservé de la date 2"/>
          <p:cNvSpPr>
            <a:spLocks noGrp="1"/>
          </p:cNvSpPr>
          <p:nvPr>
            <p:ph type="dt" sz="half" idx="13"/>
          </p:nvPr>
        </p:nvSpPr>
        <p:spPr/>
        <p:txBody>
          <a:bodyPr/>
          <a:lstStyle/>
          <a:p>
            <a:fld id="{E79141B7-8C95-428D-A8F3-29F865744797}" type="datetimeFigureOut">
              <a:rPr lang="pt-BR" smtClean="0"/>
              <a:t>21/05/2026</a:t>
            </a:fld>
            <a:endParaRPr lang="pt-BR"/>
          </a:p>
        </p:txBody>
      </p:sp>
      <p:sp>
        <p:nvSpPr>
          <p:cNvPr id="5" name="Espace réservé du pied de page 4"/>
          <p:cNvSpPr>
            <a:spLocks noGrp="1"/>
          </p:cNvSpPr>
          <p:nvPr>
            <p:ph type="ftr" sz="quarter" idx="14"/>
          </p:nvPr>
        </p:nvSpPr>
        <p:spPr/>
        <p:txBody>
          <a:bodyPr/>
          <a:lstStyle/>
          <a:p>
            <a:endParaRPr lang="pt-BR"/>
          </a:p>
        </p:txBody>
      </p:sp>
      <p:sp>
        <p:nvSpPr>
          <p:cNvPr id="7" name="Espace réservé du numéro de diapositive 6"/>
          <p:cNvSpPr>
            <a:spLocks noGrp="1"/>
          </p:cNvSpPr>
          <p:nvPr>
            <p:ph type="sldNum" sz="quarter" idx="15"/>
          </p:nvPr>
        </p:nvSpPr>
        <p:spPr/>
        <p:txBody>
          <a:bodyPr/>
          <a:lstStyle/>
          <a:p>
            <a:fld id="{BA3DFF5E-5FA5-4535-8793-451D4348EFB9}" type="slidenum">
              <a:rPr lang="pt-BR" smtClean="0"/>
              <a:t>‹nº›</a:t>
            </a:fld>
            <a:endParaRPr lang="pt-BR"/>
          </a:p>
        </p:txBody>
      </p:sp>
    </p:spTree>
    <p:extLst>
      <p:ext uri="{BB962C8B-B14F-4D97-AF65-F5344CB8AC3E}">
        <p14:creationId xmlns:p14="http://schemas.microsoft.com/office/powerpoint/2010/main" val="1714470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065559-90DB-4C98-93F9-1E852FCB1713}"/>
              </a:ext>
            </a:extLst>
          </p:cNvPr>
          <p:cNvSpPr/>
          <p:nvPr/>
        </p:nvSpPr>
        <p:spPr>
          <a:xfrm>
            <a:off x="0" y="6606072"/>
            <a:ext cx="12192000" cy="251927"/>
          </a:xfrm>
          <a:prstGeom prst="rect">
            <a:avLst/>
          </a:prstGeom>
          <a:solidFill>
            <a:srgbClr val="E9E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err="1">
                <a:solidFill>
                  <a:srgbClr val="FF0000"/>
                </a:solidFill>
              </a:rPr>
              <a:t>Confidential</a:t>
            </a:r>
            <a:r>
              <a:rPr lang="fr-FR" sz="1200" b="1" dirty="0">
                <a:solidFill>
                  <a:srgbClr val="FF0000"/>
                </a:solidFill>
              </a:rPr>
              <a:t> </a:t>
            </a:r>
            <a:r>
              <a:rPr lang="en-US" sz="1200" kern="1200" dirty="0">
                <a:solidFill>
                  <a:schemeClr val="tx1">
                    <a:lumMod val="75000"/>
                    <a:lumOff val="25000"/>
                  </a:schemeClr>
                </a:solidFill>
                <a:latin typeface="+mn-lt"/>
                <a:ea typeface="+mn-ea"/>
                <a:cs typeface="+mn-cs"/>
              </a:rPr>
              <a:t>- © KUHN SAS and/or its affiliates - </a:t>
            </a:r>
            <a:endParaRPr lang="fr-FR" sz="1200" kern="1200" dirty="0">
              <a:solidFill>
                <a:schemeClr val="tx1">
                  <a:lumMod val="50000"/>
                  <a:lumOff val="50000"/>
                </a:schemeClr>
              </a:solidFill>
              <a:latin typeface="+mn-lt"/>
              <a:ea typeface="+mn-ea"/>
              <a:cs typeface="+mn-cs"/>
            </a:endParaRPr>
          </a:p>
        </p:txBody>
      </p:sp>
      <p:sp>
        <p:nvSpPr>
          <p:cNvPr id="3" name="Espace réservé du texte 2">
            <a:extLst>
              <a:ext uri="{FF2B5EF4-FFF2-40B4-BE49-F238E27FC236}">
                <a16:creationId xmlns:a16="http://schemas.microsoft.com/office/drawing/2014/main" id="{42BC485A-0AD4-47D0-8FBF-BF8F9AF82A8C}"/>
              </a:ext>
            </a:extLst>
          </p:cNvPr>
          <p:cNvSpPr>
            <a:spLocks noGrp="1"/>
          </p:cNvSpPr>
          <p:nvPr>
            <p:ph type="body" idx="1"/>
          </p:nvPr>
        </p:nvSpPr>
        <p:spPr>
          <a:xfrm>
            <a:off x="1" y="998376"/>
            <a:ext cx="12192000" cy="5607697"/>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7" name="Image 6">
            <a:extLst>
              <a:ext uri="{FF2B5EF4-FFF2-40B4-BE49-F238E27FC236}">
                <a16:creationId xmlns:a16="http://schemas.microsoft.com/office/drawing/2014/main" id="{FA23D74D-79FD-41DF-8408-F0BD48CD255C}"/>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0" y="0"/>
            <a:ext cx="12192000" cy="926592"/>
          </a:xfrm>
          <a:prstGeom prst="rect">
            <a:avLst/>
          </a:prstGeom>
        </p:spPr>
      </p:pic>
      <p:sp>
        <p:nvSpPr>
          <p:cNvPr id="2" name="Espace réservé du titre 1">
            <a:extLst>
              <a:ext uri="{FF2B5EF4-FFF2-40B4-BE49-F238E27FC236}">
                <a16:creationId xmlns:a16="http://schemas.microsoft.com/office/drawing/2014/main" id="{09A7ECD4-DC7C-423C-B51D-5EF9F945202B}"/>
              </a:ext>
            </a:extLst>
          </p:cNvPr>
          <p:cNvSpPr>
            <a:spLocks noGrp="1"/>
          </p:cNvSpPr>
          <p:nvPr>
            <p:ph type="title"/>
          </p:nvPr>
        </p:nvSpPr>
        <p:spPr>
          <a:xfrm>
            <a:off x="130629" y="60961"/>
            <a:ext cx="10235681" cy="452224"/>
          </a:xfrm>
          <a:prstGeom prst="rect">
            <a:avLst/>
          </a:prstGeom>
        </p:spPr>
        <p:txBody>
          <a:bodyPr vert="horz" lIns="91440" tIns="45720" rIns="91440" bIns="45720" rtlCol="0" anchor="t">
            <a:noAutofit/>
          </a:bodyPr>
          <a:lstStyle/>
          <a:p>
            <a:endParaRPr lang="fr-FR" dirty="0"/>
          </a:p>
        </p:txBody>
      </p:sp>
      <p:sp>
        <p:nvSpPr>
          <p:cNvPr id="6" name="Espace réservé du numéro de diapositive 5">
            <a:extLst>
              <a:ext uri="{FF2B5EF4-FFF2-40B4-BE49-F238E27FC236}">
                <a16:creationId xmlns:a16="http://schemas.microsoft.com/office/drawing/2014/main" id="{FAC35F02-5BA1-4624-88BA-7ECC173EBC8D}"/>
              </a:ext>
            </a:extLst>
          </p:cNvPr>
          <p:cNvSpPr>
            <a:spLocks noGrp="1"/>
          </p:cNvSpPr>
          <p:nvPr>
            <p:ph type="sldNum" sz="quarter" idx="4"/>
          </p:nvPr>
        </p:nvSpPr>
        <p:spPr>
          <a:xfrm>
            <a:off x="11652001" y="6606073"/>
            <a:ext cx="540000" cy="251927"/>
          </a:xfrm>
          <a:prstGeom prst="rect">
            <a:avLst/>
          </a:prstGeom>
        </p:spPr>
        <p:txBody>
          <a:bodyPr vert="horz" lIns="0" tIns="45720" rIns="72000" bIns="45720" rtlCol="0" anchor="ctr"/>
          <a:lstStyle>
            <a:lvl1pPr algn="r">
              <a:defRPr sz="1200">
                <a:solidFill>
                  <a:schemeClr val="accent1"/>
                </a:solidFill>
              </a:defRPr>
            </a:lvl1pPr>
          </a:lstStyle>
          <a:p>
            <a:fld id="{BA3DFF5E-5FA5-4535-8793-451D4348EFB9}" type="slidenum">
              <a:rPr lang="pt-BR" smtClean="0"/>
              <a:t>‹nº›</a:t>
            </a:fld>
            <a:endParaRPr lang="pt-BR"/>
          </a:p>
        </p:txBody>
      </p:sp>
      <p:sp>
        <p:nvSpPr>
          <p:cNvPr id="10" name="Espace réservé de la date 2"/>
          <p:cNvSpPr>
            <a:spLocks noGrp="1"/>
          </p:cNvSpPr>
          <p:nvPr>
            <p:ph type="dt" sz="half" idx="2"/>
          </p:nvPr>
        </p:nvSpPr>
        <p:spPr>
          <a:xfrm>
            <a:off x="10558753" y="6606071"/>
            <a:ext cx="1093248" cy="251928"/>
          </a:xfrm>
          <a:prstGeom prst="rect">
            <a:avLst/>
          </a:prstGeom>
        </p:spPr>
        <p:txBody>
          <a:bodyPr numCol="1" anchor="ctr"/>
          <a:lstStyle>
            <a:lvl1pPr algn="ctr">
              <a:defRPr sz="1000">
                <a:solidFill>
                  <a:schemeClr val="tx1">
                    <a:lumMod val="75000"/>
                    <a:lumOff val="25000"/>
                  </a:schemeClr>
                </a:solidFill>
              </a:defRPr>
            </a:lvl1pPr>
          </a:lstStyle>
          <a:p>
            <a:fld id="{E79141B7-8C95-428D-A8F3-29F865744797}" type="datetimeFigureOut">
              <a:rPr lang="pt-BR" smtClean="0"/>
              <a:t>21/05/2026</a:t>
            </a:fld>
            <a:endParaRPr lang="pt-BR"/>
          </a:p>
        </p:txBody>
      </p:sp>
      <p:sp>
        <p:nvSpPr>
          <p:cNvPr id="11" name="Espace réservé du pied de page 4">
            <a:extLst>
              <a:ext uri="{FF2B5EF4-FFF2-40B4-BE49-F238E27FC236}">
                <a16:creationId xmlns:a16="http://schemas.microsoft.com/office/drawing/2014/main" id="{C9A1F5EC-8051-4D19-BC61-5DD3A960E5F5}"/>
              </a:ext>
            </a:extLst>
          </p:cNvPr>
          <p:cNvSpPr>
            <a:spLocks noGrp="1"/>
          </p:cNvSpPr>
          <p:nvPr>
            <p:ph type="ftr" sz="quarter" idx="3"/>
          </p:nvPr>
        </p:nvSpPr>
        <p:spPr>
          <a:xfrm>
            <a:off x="3358800" y="6606071"/>
            <a:ext cx="7200000" cy="251929"/>
          </a:xfrm>
          <a:prstGeom prst="rect">
            <a:avLst/>
          </a:prstGeom>
        </p:spPr>
        <p:txBody>
          <a:bodyPr vert="horz" lIns="72000" tIns="45720" rIns="91440" bIns="45720" rtlCol="0" anchor="ctr"/>
          <a:lstStyle>
            <a:lvl1pPr algn="l">
              <a:defRPr sz="1000">
                <a:solidFill>
                  <a:schemeClr val="tx1">
                    <a:lumMod val="75000"/>
                    <a:lumOff val="25000"/>
                  </a:schemeClr>
                </a:solidFill>
              </a:defRPr>
            </a:lvl1pPr>
          </a:lstStyle>
          <a:p>
            <a:endParaRPr lang="pt-BR"/>
          </a:p>
        </p:txBody>
      </p:sp>
    </p:spTree>
    <p:extLst>
      <p:ext uri="{BB962C8B-B14F-4D97-AF65-F5344CB8AC3E}">
        <p14:creationId xmlns:p14="http://schemas.microsoft.com/office/powerpoint/2010/main" val="336770746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txStyles>
    <p:titleStyle>
      <a:lvl1pPr algn="l" defTabSz="914400" rtl="0" eaLnBrk="1" latinLnBrk="0" hangingPunct="1">
        <a:lnSpc>
          <a:spcPct val="90000"/>
        </a:lnSpc>
        <a:spcBef>
          <a:spcPct val="0"/>
        </a:spcBef>
        <a:buNone/>
        <a:defRPr sz="2400" b="1"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SzPct val="120000"/>
        <a:buFont typeface="Arial" panose="020B0604020202020204" pitchFamily="34" charset="0"/>
        <a:buChar char="•"/>
        <a:defRPr sz="2000" b="1" kern="1200">
          <a:solidFill>
            <a:schemeClr val="accent5"/>
          </a:solidFill>
          <a:latin typeface="+mn-lt"/>
          <a:ea typeface="+mn-ea"/>
          <a:cs typeface="+mn-cs"/>
        </a:defRPr>
      </a:lvl1pPr>
      <a:lvl2pPr marL="685800" indent="-228600" algn="l" defTabSz="914400" rtl="0" eaLnBrk="1" latinLnBrk="0" hangingPunct="1">
        <a:lnSpc>
          <a:spcPct val="90000"/>
        </a:lnSpc>
        <a:spcBef>
          <a:spcPts val="500"/>
        </a:spcBef>
        <a:buClr>
          <a:schemeClr val="accent2"/>
        </a:buClr>
        <a:buSzPct val="110000"/>
        <a:buFont typeface="Arial" panose="020B0604020202020204" pitchFamily="34" charset="0"/>
        <a:buChar char="•"/>
        <a:defRPr sz="1800" kern="1200">
          <a:solidFill>
            <a:schemeClr val="accent5"/>
          </a:solidFill>
          <a:latin typeface="+mn-lt"/>
          <a:ea typeface="+mn-ea"/>
          <a:cs typeface="+mn-cs"/>
        </a:defRPr>
      </a:lvl2pPr>
      <a:lvl3pPr marL="1143000" indent="-228600" algn="l" defTabSz="914400" rtl="0" eaLnBrk="1" latinLnBrk="0" hangingPunct="1">
        <a:lnSpc>
          <a:spcPct val="90000"/>
        </a:lnSpc>
        <a:spcBef>
          <a:spcPts val="500"/>
        </a:spcBef>
        <a:buClr>
          <a:schemeClr val="accent3"/>
        </a:buClr>
        <a:buSzPct val="110000"/>
        <a:buFont typeface="Arial" panose="020B0604020202020204" pitchFamily="34" charset="0"/>
        <a:buChar char="•"/>
        <a:defRPr sz="1600" kern="1200">
          <a:solidFill>
            <a:schemeClr val="accent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pi490.github.io/Opera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ítulo 2">
            <a:extLst>
              <a:ext uri="{FF2B5EF4-FFF2-40B4-BE49-F238E27FC236}">
                <a16:creationId xmlns:a16="http://schemas.microsoft.com/office/drawing/2014/main" id="{3C33E44B-3CFD-1232-21E4-723325F4A9C3}"/>
              </a:ext>
            </a:extLst>
          </p:cNvPr>
          <p:cNvSpPr>
            <a:spLocks noGrp="1" noChangeArrowheads="1"/>
          </p:cNvSpPr>
          <p:nvPr>
            <p:ph type="subTitle" idx="1"/>
          </p:nvPr>
        </p:nvSpPr>
        <p:spPr>
          <a:xfrm>
            <a:off x="0" y="3849688"/>
            <a:ext cx="12192000" cy="466725"/>
          </a:xfrm>
        </p:spPr>
        <p:txBody>
          <a:bodyPr/>
          <a:lstStyle/>
          <a:p>
            <a:r>
              <a:rPr lang="pt-BR" altLang="pt-BR">
                <a:solidFill>
                  <a:srgbClr val="FF0000"/>
                </a:solidFill>
              </a:rPr>
              <a:t>KUHN DO BRASIL</a:t>
            </a:r>
          </a:p>
        </p:txBody>
      </p:sp>
      <p:sp>
        <p:nvSpPr>
          <p:cNvPr id="5123" name="Título 3">
            <a:extLst>
              <a:ext uri="{FF2B5EF4-FFF2-40B4-BE49-F238E27FC236}">
                <a16:creationId xmlns:a16="http://schemas.microsoft.com/office/drawing/2014/main" id="{885BFB4B-2341-EBFE-883B-50984F17F0F4}"/>
              </a:ext>
            </a:extLst>
          </p:cNvPr>
          <p:cNvSpPr>
            <a:spLocks noGrp="1" noChangeArrowheads="1"/>
          </p:cNvSpPr>
          <p:nvPr>
            <p:ph type="ctrTitle"/>
          </p:nvPr>
        </p:nvSpPr>
        <p:spPr>
          <a:xfrm>
            <a:off x="260226" y="2760997"/>
            <a:ext cx="11661775" cy="784225"/>
          </a:xfrm>
        </p:spPr>
        <p:txBody>
          <a:bodyPr/>
          <a:lstStyle/>
          <a:p>
            <a:r>
              <a:rPr lang="pt-BR" altLang="pt-BR" sz="2800" dirty="0">
                <a:solidFill>
                  <a:srgbClr val="595959"/>
                </a:solidFill>
              </a:rPr>
              <a:t>GESTÃO DE FERRAMENTAS DOS TÉCNICOS </a:t>
            </a:r>
          </a:p>
        </p:txBody>
      </p:sp>
      <p:sp>
        <p:nvSpPr>
          <p:cNvPr id="5" name="Espaço Reservado para Data 4">
            <a:extLst>
              <a:ext uri="{FF2B5EF4-FFF2-40B4-BE49-F238E27FC236}">
                <a16:creationId xmlns:a16="http://schemas.microsoft.com/office/drawing/2014/main" id="{4EC5A99B-E578-906B-BEEB-310EA046823D}"/>
              </a:ext>
            </a:extLst>
          </p:cNvPr>
          <p:cNvSpPr>
            <a:spLocks noGrp="1"/>
          </p:cNvSpPr>
          <p:nvPr>
            <p:ph type="dt" sz="half" idx="13"/>
          </p:nvPr>
        </p:nvSpPr>
        <p:spPr/>
        <p:txBody>
          <a:bodyPr/>
          <a:lstStyle/>
          <a:p>
            <a:pPr>
              <a:defRPr/>
            </a:pPr>
            <a:fld id="{DBB9AAA6-B789-4BA1-9025-E99AD015402B}" type="datetime1">
              <a:rPr lang="fr-FR"/>
              <a:pPr>
                <a:defRPr/>
              </a:pPr>
              <a:t>21/05/2026</a:t>
            </a:fld>
            <a:endParaRPr lang="fr-FR" dirty="0"/>
          </a:p>
        </p:txBody>
      </p:sp>
      <p:sp>
        <p:nvSpPr>
          <p:cNvPr id="6" name="Espaço Reservado para Rodapé 5">
            <a:extLst>
              <a:ext uri="{FF2B5EF4-FFF2-40B4-BE49-F238E27FC236}">
                <a16:creationId xmlns:a16="http://schemas.microsoft.com/office/drawing/2014/main" id="{632861C7-8CD4-AFBF-644D-623B775B3FF8}"/>
              </a:ext>
            </a:extLst>
          </p:cNvPr>
          <p:cNvSpPr>
            <a:spLocks noGrp="1"/>
          </p:cNvSpPr>
          <p:nvPr>
            <p:ph type="ftr" sz="quarter" idx="14"/>
          </p:nvPr>
        </p:nvSpPr>
        <p:spPr/>
        <p:txBody>
          <a:bodyPr/>
          <a:lstStyle/>
          <a:p>
            <a:pPr>
              <a:defRPr/>
            </a:pPr>
            <a:r>
              <a:rPr lang="en-US"/>
              <a:t>KUHN_PPT_MODEL_2018-v3.pptx</a:t>
            </a:r>
            <a:endParaRPr lang="fr-FR"/>
          </a:p>
        </p:txBody>
      </p:sp>
      <p:sp>
        <p:nvSpPr>
          <p:cNvPr id="5126" name="Espaço Reservado para Número de Slide 6">
            <a:extLst>
              <a:ext uri="{FF2B5EF4-FFF2-40B4-BE49-F238E27FC236}">
                <a16:creationId xmlns:a16="http://schemas.microsoft.com/office/drawing/2014/main" id="{CE6CC686-2C6A-1FFE-533C-78878B5478EF}"/>
              </a:ext>
            </a:extLst>
          </p:cNvPr>
          <p:cNvSpPr>
            <a:spLocks noGrp="1" noChangeArrowheads="1"/>
          </p:cNvSpPr>
          <p:nvPr>
            <p:ph type="sldNum"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E4DCDB0-27AB-4116-9147-BFCD3B5CCA83}" type="slidenum">
              <a:rPr lang="fr-FR" altLang="pt-BR">
                <a:solidFill>
                  <a:schemeClr val="accent1"/>
                </a:solidFill>
              </a:rPr>
              <a:pPr fontAlgn="base">
                <a:spcBef>
                  <a:spcPct val="0"/>
                </a:spcBef>
                <a:spcAft>
                  <a:spcPct val="0"/>
                </a:spcAft>
              </a:pPr>
              <a:t>1</a:t>
            </a:fld>
            <a:endParaRPr lang="fr-FR" altLang="pt-BR">
              <a:solidFill>
                <a:schemeClr val="accent1"/>
              </a:solidFill>
            </a:endParaRPr>
          </a:p>
        </p:txBody>
      </p:sp>
      <p:sp>
        <p:nvSpPr>
          <p:cNvPr id="2" name="CaixaDeTexto 1">
            <a:extLst>
              <a:ext uri="{FF2B5EF4-FFF2-40B4-BE49-F238E27FC236}">
                <a16:creationId xmlns:a16="http://schemas.microsoft.com/office/drawing/2014/main" id="{B8D8D6E2-2C9C-E7CD-5A34-2C4429912727}"/>
              </a:ext>
            </a:extLst>
          </p:cNvPr>
          <p:cNvSpPr txBox="1"/>
          <p:nvPr/>
        </p:nvSpPr>
        <p:spPr>
          <a:xfrm>
            <a:off x="3863580" y="3405068"/>
            <a:ext cx="4512774" cy="584775"/>
          </a:xfrm>
          <a:prstGeom prst="rect">
            <a:avLst/>
          </a:prstGeom>
          <a:noFill/>
        </p:spPr>
        <p:txBody>
          <a:bodyPr wrap="none" rtlCol="0">
            <a:spAutoFit/>
          </a:bodyPr>
          <a:lstStyle/>
          <a:p>
            <a:r>
              <a:rPr lang="pt-BR" sz="1600" noProof="0" dirty="0">
                <a:solidFill>
                  <a:srgbClr val="595959"/>
                </a:solidFill>
                <a:latin typeface="+mj-lt"/>
                <a:ea typeface="+mj-ea"/>
                <a:cs typeface="+mj-cs"/>
              </a:rPr>
              <a:t>Eficiência operacional e padronização de ativos</a:t>
            </a:r>
            <a:r>
              <a:rPr lang="pt-BR" sz="1600" noProof="0" dirty="0"/>
              <a:t>​</a:t>
            </a:r>
          </a:p>
          <a:p>
            <a:endParaRPr lang="pt-BR" sz="16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aixaDeTexto 5">
            <a:extLst>
              <a:ext uri="{FF2B5EF4-FFF2-40B4-BE49-F238E27FC236}">
                <a16:creationId xmlns:a16="http://schemas.microsoft.com/office/drawing/2014/main" id="{D453C57A-D968-7F43-D7B4-FF8FA86AADDC}"/>
              </a:ext>
            </a:extLst>
          </p:cNvPr>
          <p:cNvSpPr txBox="1">
            <a:spLocks noChangeArrowheads="1"/>
          </p:cNvSpPr>
          <p:nvPr/>
        </p:nvSpPr>
        <p:spPr bwMode="auto">
          <a:xfrm>
            <a:off x="466890" y="2277826"/>
            <a:ext cx="7485983" cy="35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285750" indent="-285750" eaLnBrk="1" hangingPunct="1">
              <a:lnSpc>
                <a:spcPct val="90000"/>
              </a:lnSpc>
              <a:spcBef>
                <a:spcPts val="1000"/>
              </a:spcBef>
              <a:buClr>
                <a:schemeClr val="accent1"/>
              </a:buClr>
              <a:buSzPct val="120000"/>
              <a:buFont typeface="Arial" panose="020B0604020202020204" pitchFamily="34" charset="0"/>
              <a:buChar char="•"/>
            </a:pPr>
            <a:r>
              <a:rPr lang="pt-BR" altLang="pt-BR" sz="1600" i="1" dirty="0">
                <a:latin typeface="Calibri" panose="020F0502020204030204" pitchFamily="34" charset="0"/>
                <a:cs typeface="Calibri" panose="020F0502020204030204" pitchFamily="34" charset="0"/>
              </a:rPr>
              <a:t>Informar a melhor forma de gerenciar, organizar e regularizar as ferramentas dos técnicos;                      </a:t>
            </a:r>
          </a:p>
          <a:p>
            <a:pPr marL="285750" indent="-285750">
              <a:lnSpc>
                <a:spcPct val="90000"/>
              </a:lnSpc>
              <a:spcBef>
                <a:spcPts val="1000"/>
              </a:spcBef>
              <a:buClr>
                <a:schemeClr val="accent1"/>
              </a:buClr>
              <a:buSzPct val="120000"/>
              <a:buFont typeface="Arial" panose="020B0604020202020204" pitchFamily="34" charset="0"/>
              <a:buChar char="•"/>
            </a:pPr>
            <a:r>
              <a:rPr lang="pt-BR" altLang="pt-BR" sz="1600" i="1" dirty="0">
                <a:latin typeface="Calibri" panose="020F0502020204030204" pitchFamily="34" charset="0"/>
                <a:cs typeface="Calibri" panose="020F0502020204030204" pitchFamily="34" charset="0"/>
              </a:rPr>
              <a:t>Realizar a solução dos seguintes problemas: </a:t>
            </a:r>
            <a:br>
              <a:rPr lang="pt-BR" altLang="pt-BR" sz="1600" i="1" dirty="0">
                <a:latin typeface="Calibri" panose="020F0502020204030204" pitchFamily="34" charset="0"/>
                <a:cs typeface="Calibri" panose="020F0502020204030204" pitchFamily="34" charset="0"/>
              </a:rPr>
            </a:br>
            <a:br>
              <a:rPr lang="pt-BR" altLang="pt-BR" sz="1600" i="1" dirty="0">
                <a:latin typeface="Calibri" panose="020F0502020204030204" pitchFamily="34" charset="0"/>
                <a:cs typeface="Calibri" panose="020F0502020204030204" pitchFamily="34" charset="0"/>
              </a:rPr>
            </a:br>
            <a:br>
              <a:rPr lang="pt-BR" altLang="pt-BR" sz="1600" i="1" dirty="0">
                <a:latin typeface="Calibri" panose="020F0502020204030204" pitchFamily="34" charset="0"/>
                <a:cs typeface="Calibri" panose="020F0502020204030204" pitchFamily="34" charset="0"/>
              </a:rPr>
            </a:br>
            <a:endParaRPr lang="pt-BR" altLang="pt-BR" sz="1600" i="1" dirty="0">
              <a:latin typeface="Calibri" panose="020F0502020204030204" pitchFamily="34" charset="0"/>
              <a:cs typeface="Calibri" panose="020F0502020204030204" pitchFamily="34" charset="0"/>
            </a:endParaRPr>
          </a:p>
        </p:txBody>
      </p:sp>
      <p:sp>
        <p:nvSpPr>
          <p:cNvPr id="5" name="CaixaDeTexto 4">
            <a:extLst>
              <a:ext uri="{FF2B5EF4-FFF2-40B4-BE49-F238E27FC236}">
                <a16:creationId xmlns:a16="http://schemas.microsoft.com/office/drawing/2014/main" id="{9A4EA551-7C45-C223-D03D-305F6EE1041E}"/>
              </a:ext>
            </a:extLst>
          </p:cNvPr>
          <p:cNvSpPr txBox="1"/>
          <p:nvPr/>
        </p:nvSpPr>
        <p:spPr>
          <a:xfrm>
            <a:off x="130175" y="60325"/>
            <a:ext cx="10236200" cy="452438"/>
          </a:xfrm>
          <a:prstGeom prst="rect">
            <a:avLst/>
          </a:prstGeom>
        </p:spPr>
        <p:txBody>
          <a:bodyPr>
            <a:normAutofit/>
          </a:bodyPr>
          <a:lstStyle/>
          <a:p>
            <a:pPr eaLnBrk="1" fontAlgn="auto" hangingPunct="1">
              <a:lnSpc>
                <a:spcPct val="90000"/>
              </a:lnSpc>
              <a:spcAft>
                <a:spcPts val="600"/>
              </a:spcAft>
              <a:defRPr/>
            </a:pPr>
            <a:r>
              <a:rPr lang="pt-BR" b="1" dirty="0">
                <a:solidFill>
                  <a:schemeClr val="tx1">
                    <a:lumMod val="65000"/>
                    <a:lumOff val="35000"/>
                  </a:schemeClr>
                </a:solidFill>
                <a:latin typeface="+mj-lt"/>
                <a:ea typeface="+mj-ea"/>
                <a:cs typeface="+mj-cs"/>
              </a:rPr>
              <a:t>OBJETIVO </a:t>
            </a:r>
          </a:p>
        </p:txBody>
      </p:sp>
      <p:sp>
        <p:nvSpPr>
          <p:cNvPr id="2" name="Espaço Reservado para Data 1">
            <a:extLst>
              <a:ext uri="{FF2B5EF4-FFF2-40B4-BE49-F238E27FC236}">
                <a16:creationId xmlns:a16="http://schemas.microsoft.com/office/drawing/2014/main" id="{21A2193A-12F0-7DB9-FE35-1C5579555DAD}"/>
              </a:ext>
            </a:extLst>
          </p:cNvPr>
          <p:cNvSpPr>
            <a:spLocks noGrp="1"/>
          </p:cNvSpPr>
          <p:nvPr>
            <p:ph type="dt" sz="half" idx="15"/>
          </p:nvPr>
        </p:nvSpPr>
        <p:spPr/>
        <p:txBody>
          <a:bodyPr>
            <a:normAutofit/>
          </a:bodyPr>
          <a:lstStyle/>
          <a:p>
            <a:pPr>
              <a:spcAft>
                <a:spcPts val="600"/>
              </a:spcAft>
              <a:defRPr/>
            </a:pPr>
            <a:fld id="{50808DCC-5805-4B58-8C08-0DD6DD01680E}" type="datetime1">
              <a:rPr lang="fr-FR" smtClean="0"/>
              <a:pPr>
                <a:spcAft>
                  <a:spcPts val="600"/>
                </a:spcAft>
                <a:defRPr/>
              </a:pPr>
              <a:t>21/05/2026</a:t>
            </a:fld>
            <a:endParaRPr lang="fr-FR"/>
          </a:p>
        </p:txBody>
      </p:sp>
      <p:sp>
        <p:nvSpPr>
          <p:cNvPr id="3" name="Espaço Reservado para Rodapé 2">
            <a:extLst>
              <a:ext uri="{FF2B5EF4-FFF2-40B4-BE49-F238E27FC236}">
                <a16:creationId xmlns:a16="http://schemas.microsoft.com/office/drawing/2014/main" id="{6F89B98D-C3FA-6FDD-F169-E4014CBDD4D0}"/>
              </a:ext>
            </a:extLst>
          </p:cNvPr>
          <p:cNvSpPr>
            <a:spLocks noGrp="1"/>
          </p:cNvSpPr>
          <p:nvPr>
            <p:ph type="ftr" sz="quarter" idx="16"/>
          </p:nvPr>
        </p:nvSpPr>
        <p:spPr/>
        <p:txBody>
          <a:bodyPr>
            <a:normAutofit/>
          </a:bodyPr>
          <a:lstStyle/>
          <a:p>
            <a:pPr>
              <a:spcAft>
                <a:spcPts val="600"/>
              </a:spcAft>
              <a:defRPr/>
            </a:pPr>
            <a:r>
              <a:rPr lang="en-US"/>
              <a:t>KUHN_PPT_MODEL_2018-v3.pptx</a:t>
            </a:r>
            <a:endParaRPr lang="fr-FR"/>
          </a:p>
        </p:txBody>
      </p:sp>
      <p:sp>
        <p:nvSpPr>
          <p:cNvPr id="6151" name="Espaço Reservado para Número de Slide 3">
            <a:extLst>
              <a:ext uri="{FF2B5EF4-FFF2-40B4-BE49-F238E27FC236}">
                <a16:creationId xmlns:a16="http://schemas.microsoft.com/office/drawing/2014/main" id="{FC55175A-7C6C-BBE8-269A-B242FD9B40FB}"/>
              </a:ext>
            </a:extLst>
          </p:cNvPr>
          <p:cNvSpPr>
            <a:spLocks noGrp="1" noChangeArrowheads="1"/>
          </p:cNvSpPr>
          <p:nvPr>
            <p:ph type="sldNum" sz="quarter" idx="17"/>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fontAlgn="base">
              <a:lnSpc>
                <a:spcPct val="90000"/>
              </a:lnSpc>
              <a:spcBef>
                <a:spcPct val="0"/>
              </a:spcBef>
              <a:spcAft>
                <a:spcPts val="600"/>
              </a:spcAft>
            </a:pPr>
            <a:fld id="{E841792D-F45F-4EAD-966C-226AD5C97F6E}" type="slidenum">
              <a:rPr lang="fr-FR" altLang="pt-BR" sz="1100" smtClean="0">
                <a:solidFill>
                  <a:schemeClr val="accent1"/>
                </a:solidFill>
              </a:rPr>
              <a:pPr fontAlgn="base">
                <a:lnSpc>
                  <a:spcPct val="90000"/>
                </a:lnSpc>
                <a:spcBef>
                  <a:spcPct val="0"/>
                </a:spcBef>
                <a:spcAft>
                  <a:spcPts val="600"/>
                </a:spcAft>
              </a:pPr>
              <a:t>2</a:t>
            </a:fld>
            <a:endParaRPr lang="fr-FR" altLang="pt-BR" sz="1100">
              <a:solidFill>
                <a:schemeClr val="accent1"/>
              </a:solidFill>
            </a:endParaRPr>
          </a:p>
        </p:txBody>
      </p:sp>
      <p:sp>
        <p:nvSpPr>
          <p:cNvPr id="19" name="CaixaDeTexto 5">
            <a:extLst>
              <a:ext uri="{FF2B5EF4-FFF2-40B4-BE49-F238E27FC236}">
                <a16:creationId xmlns:a16="http://schemas.microsoft.com/office/drawing/2014/main" id="{B71E61EC-0241-66A0-7A25-A5255E3CD5A2}"/>
              </a:ext>
            </a:extLst>
          </p:cNvPr>
          <p:cNvSpPr txBox="1">
            <a:spLocks noChangeArrowheads="1"/>
          </p:cNvSpPr>
          <p:nvPr/>
        </p:nvSpPr>
        <p:spPr bwMode="auto">
          <a:xfrm>
            <a:off x="466891" y="3027946"/>
            <a:ext cx="7650163" cy="15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indent="0" eaLnBrk="1" hangingPunct="1">
              <a:lnSpc>
                <a:spcPct val="90000"/>
              </a:lnSpc>
              <a:spcBef>
                <a:spcPts val="1000"/>
              </a:spcBef>
              <a:buClr>
                <a:schemeClr val="accent1"/>
              </a:buClr>
              <a:buSzPct val="120000"/>
            </a:pPr>
            <a:endParaRPr lang="pt-BR" altLang="pt-BR" sz="1600" i="1" dirty="0">
              <a:latin typeface="Calibri" panose="020F0502020204030204" pitchFamily="34" charset="0"/>
              <a:cs typeface="Calibri" panose="020F0502020204030204" pitchFamily="34" charset="0"/>
            </a:endParaRPr>
          </a:p>
        </p:txBody>
      </p:sp>
      <p:sp>
        <p:nvSpPr>
          <p:cNvPr id="20" name="CaixaDeTexto 5">
            <a:extLst>
              <a:ext uri="{FF2B5EF4-FFF2-40B4-BE49-F238E27FC236}">
                <a16:creationId xmlns:a16="http://schemas.microsoft.com/office/drawing/2014/main" id="{C4DE90BC-12AF-C844-E63F-097CCCA5DB1C}"/>
              </a:ext>
            </a:extLst>
          </p:cNvPr>
          <p:cNvSpPr txBox="1">
            <a:spLocks noChangeArrowheads="1"/>
          </p:cNvSpPr>
          <p:nvPr/>
        </p:nvSpPr>
        <p:spPr bwMode="auto">
          <a:xfrm>
            <a:off x="1199314" y="2476652"/>
            <a:ext cx="4048961" cy="1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ts val="1000"/>
              </a:spcBef>
              <a:buClr>
                <a:schemeClr val="accent1"/>
              </a:buClr>
              <a:buSzPct val="120000"/>
              <a:buFont typeface="+mj-lt"/>
              <a:buAutoNum type="arabicPeriod"/>
            </a:pPr>
            <a:r>
              <a:rPr lang="pt-BR" altLang="pt-BR" sz="1600" i="1" dirty="0">
                <a:latin typeface="Calibri" panose="020F0502020204030204" pitchFamily="34" charset="0"/>
                <a:cs typeface="Calibri" panose="020F0502020204030204" pitchFamily="34" charset="0"/>
              </a:rPr>
              <a:t>Falta de Controle;                                              </a:t>
            </a:r>
          </a:p>
          <a:p>
            <a:pPr eaLnBrk="1" hangingPunct="1">
              <a:lnSpc>
                <a:spcPct val="90000"/>
              </a:lnSpc>
              <a:spcBef>
                <a:spcPts val="1000"/>
              </a:spcBef>
              <a:buClr>
                <a:schemeClr val="accent1"/>
              </a:buClr>
              <a:buSzPct val="120000"/>
              <a:buFont typeface="+mj-lt"/>
              <a:buAutoNum type="arabicPeriod"/>
            </a:pPr>
            <a:r>
              <a:rPr lang="pt-BR" altLang="pt-BR" sz="1600" i="1" dirty="0">
                <a:latin typeface="Calibri" panose="020F0502020204030204" pitchFamily="34" charset="0"/>
                <a:cs typeface="Calibri" panose="020F0502020204030204" pitchFamily="34" charset="0"/>
              </a:rPr>
              <a:t>Sem existência de histórico;                  </a:t>
            </a:r>
          </a:p>
          <a:p>
            <a:pPr eaLnBrk="1" hangingPunct="1">
              <a:lnSpc>
                <a:spcPct val="90000"/>
              </a:lnSpc>
              <a:spcBef>
                <a:spcPts val="1000"/>
              </a:spcBef>
              <a:buClr>
                <a:schemeClr val="accent1"/>
              </a:buClr>
              <a:buSzPct val="120000"/>
              <a:buFont typeface="+mj-lt"/>
              <a:buAutoNum type="arabicPeriod"/>
            </a:pPr>
            <a:r>
              <a:rPr lang="pt-BR" altLang="pt-BR" sz="1600" i="1" dirty="0">
                <a:latin typeface="Calibri" panose="020F0502020204030204" pitchFamily="34" charset="0"/>
                <a:cs typeface="Calibri" panose="020F0502020204030204" pitchFamily="34" charset="0"/>
              </a:rPr>
              <a:t>Uso do Whatsapp;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BBF54B91-633A-FE44-2BDE-5BDFA2B987ED}"/>
              </a:ext>
            </a:extLst>
          </p:cNvPr>
          <p:cNvSpPr>
            <a:spLocks noGrp="1"/>
          </p:cNvSpPr>
          <p:nvPr>
            <p:ph type="body" sz="quarter" idx="13"/>
          </p:nvPr>
        </p:nvSpPr>
        <p:spPr>
          <a:xfrm>
            <a:off x="218589" y="999841"/>
            <a:ext cx="8761637" cy="1934428"/>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Com a falta da melhoria da gestão de ferramentas, acabamos por ter riscos operacionais, como:  </a:t>
            </a:r>
          </a:p>
        </p:txBody>
      </p:sp>
      <p:sp>
        <p:nvSpPr>
          <p:cNvPr id="4" name="Título 3">
            <a:extLst>
              <a:ext uri="{FF2B5EF4-FFF2-40B4-BE49-F238E27FC236}">
                <a16:creationId xmlns:a16="http://schemas.microsoft.com/office/drawing/2014/main" id="{34E25388-DA52-0433-ACE0-4A80BF23876B}"/>
              </a:ext>
            </a:extLst>
          </p:cNvPr>
          <p:cNvSpPr>
            <a:spLocks noGrp="1"/>
          </p:cNvSpPr>
          <p:nvPr>
            <p:ph type="title"/>
          </p:nvPr>
        </p:nvSpPr>
        <p:spPr/>
        <p:txBody>
          <a:bodyPr/>
          <a:lstStyle/>
          <a:p>
            <a:r>
              <a:rPr lang="en-US" b="0" dirty="0"/>
              <a:t>Impacto</a:t>
            </a:r>
            <a:endParaRPr lang="pt-BR" dirty="0"/>
          </a:p>
        </p:txBody>
      </p:sp>
      <p:sp>
        <p:nvSpPr>
          <p:cNvPr id="10" name="CaixaDeTexto 9">
            <a:extLst>
              <a:ext uri="{FF2B5EF4-FFF2-40B4-BE49-F238E27FC236}">
                <a16:creationId xmlns:a16="http://schemas.microsoft.com/office/drawing/2014/main" id="{5577EBC0-3C96-60B6-2E17-A23C7689114F}"/>
              </a:ext>
            </a:extLst>
          </p:cNvPr>
          <p:cNvSpPr txBox="1"/>
          <p:nvPr/>
        </p:nvSpPr>
        <p:spPr>
          <a:xfrm>
            <a:off x="1093436" y="2369822"/>
            <a:ext cx="6093724" cy="2599686"/>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Alto consumo de tempo dos gestores para controle manual de informações;</a:t>
            </a:r>
            <a:endParaRPr lang="pt-BR" altLang="pt-BR" sz="1800" i="1" dirty="0">
              <a:latin typeface="Calibri" panose="020F0502020204030204" pitchFamily="34" charset="0"/>
              <a:cs typeface="Calibri" panose="020F0502020204030204" pitchFamily="34" charset="0"/>
            </a:endParaRP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Dificuldade de identificação rápida de ferramentas não conformes;</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Ausência de histórico estruturado para análise e auditoria;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Dependência de comunicação formal (WhatsApp). Gerando perda de informações críticas;   </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a:t>
            </a:r>
            <a:r>
              <a:rPr lang="pt-BR" altLang="pt-BR" i="1" dirty="0">
                <a:latin typeface="Calibri" panose="020F0502020204030204" pitchFamily="34" charset="0"/>
                <a:cs typeface="Calibri" panose="020F0502020204030204" pitchFamily="34" charset="0"/>
              </a:rPr>
              <a:t>Risco de utilização de ferramentas inadequadas em campo;</a:t>
            </a:r>
            <a:endParaRPr lang="pt-BR" altLang="pt-BR" sz="18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9551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8EF49B4-A91D-0AFC-4861-89CC7E12FD70}"/>
              </a:ext>
            </a:extLst>
          </p:cNvPr>
          <p:cNvSpPr>
            <a:spLocks noGrp="1"/>
          </p:cNvSpPr>
          <p:nvPr>
            <p:ph type="title"/>
          </p:nvPr>
        </p:nvSpPr>
        <p:spPr/>
        <p:txBody>
          <a:bodyPr/>
          <a:lstStyle/>
          <a:p>
            <a:r>
              <a:rPr lang="pt-BR" dirty="0"/>
              <a:t>Cenário A- </a:t>
            </a:r>
            <a:r>
              <a:rPr lang="pt-BR" dirty="0" err="1"/>
              <a:t>Forms</a:t>
            </a:r>
            <a:endParaRPr lang="pt-BR" dirty="0"/>
          </a:p>
        </p:txBody>
      </p:sp>
      <p:sp>
        <p:nvSpPr>
          <p:cNvPr id="5" name="Espaço Reservado para Texto 1">
            <a:extLst>
              <a:ext uri="{FF2B5EF4-FFF2-40B4-BE49-F238E27FC236}">
                <a16:creationId xmlns:a16="http://schemas.microsoft.com/office/drawing/2014/main" id="{403F8FD9-B575-F684-E3F8-040FF6A91104}"/>
              </a:ext>
            </a:extLst>
          </p:cNvPr>
          <p:cNvSpPr>
            <a:spLocks noGrp="1"/>
          </p:cNvSpPr>
          <p:nvPr>
            <p:ph type="body" sz="quarter" idx="13"/>
          </p:nvPr>
        </p:nvSpPr>
        <p:spPr>
          <a:xfrm>
            <a:off x="6722769" y="1234513"/>
            <a:ext cx="4520455" cy="4388974"/>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O primeiro cenário considerado consiste na utilização de um formulário digital, no qual os técnicos realizariam, de forma mensal, o preenchimento do checklist de suas ferramentas. Nesse processo, seria registrada a condição dos itens e anexadas evidências fotográficas das organização da maleta, garantindo um controle básico das informações operacionais.</a:t>
            </a:r>
            <a:br>
              <a:rPr lang="pt-BR" sz="2000" b="0" i="1" dirty="0">
                <a:solidFill>
                  <a:schemeClr val="tx1"/>
                </a:solidFill>
                <a:latin typeface="Calibri" panose="020F0502020204030204" pitchFamily="34" charset="0"/>
                <a:cs typeface="Calibri" panose="020F0502020204030204" pitchFamily="34" charset="0"/>
              </a:rPr>
            </a:br>
            <a:br>
              <a:rPr lang="pt-BR" sz="2000" b="0" i="1" dirty="0">
                <a:solidFill>
                  <a:schemeClr val="tx1"/>
                </a:solidFill>
                <a:latin typeface="Calibri" panose="020F0502020204030204" pitchFamily="34" charset="0"/>
                <a:cs typeface="Calibri" panose="020F0502020204030204" pitchFamily="34" charset="0"/>
              </a:rPr>
            </a:br>
            <a:r>
              <a:rPr lang="pt-BR" sz="2000" b="0" i="1" dirty="0">
                <a:solidFill>
                  <a:schemeClr val="tx1"/>
                </a:solidFill>
                <a:latin typeface="Calibri" panose="020F0502020204030204" pitchFamily="34" charset="0"/>
                <a:cs typeface="Calibri" panose="020F0502020204030204" pitchFamily="34" charset="0"/>
              </a:rPr>
              <a:t>Trata-se de uma solução de rápida implementação, porém com foco limitado à coleta de dados.</a:t>
            </a:r>
          </a:p>
        </p:txBody>
      </p:sp>
      <p:pic>
        <p:nvPicPr>
          <p:cNvPr id="11" name="Imagem 10">
            <a:extLst>
              <a:ext uri="{FF2B5EF4-FFF2-40B4-BE49-F238E27FC236}">
                <a16:creationId xmlns:a16="http://schemas.microsoft.com/office/drawing/2014/main" id="{E23BCB58-A4A3-872B-232B-B0FF2FAB28D3}"/>
              </a:ext>
            </a:extLst>
          </p:cNvPr>
          <p:cNvPicPr>
            <a:picLocks noChangeAspect="1"/>
          </p:cNvPicPr>
          <p:nvPr/>
        </p:nvPicPr>
        <p:blipFill>
          <a:blip r:embed="rId2"/>
          <a:stretch>
            <a:fillRect/>
          </a:stretch>
        </p:blipFill>
        <p:spPr>
          <a:xfrm>
            <a:off x="398272" y="1234512"/>
            <a:ext cx="5885878" cy="4388975"/>
          </a:xfrm>
          <a:prstGeom prst="rect">
            <a:avLst/>
          </a:prstGeom>
        </p:spPr>
      </p:pic>
    </p:spTree>
    <p:extLst>
      <p:ext uri="{BB962C8B-B14F-4D97-AF65-F5344CB8AC3E}">
        <p14:creationId xmlns:p14="http://schemas.microsoft.com/office/powerpoint/2010/main" val="2173107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5C2CA20D-F16F-3615-8CAC-FAED159C168A}"/>
              </a:ext>
            </a:extLst>
          </p:cNvPr>
          <p:cNvSpPr>
            <a:spLocks noGrp="1"/>
          </p:cNvSpPr>
          <p:nvPr>
            <p:ph type="body" sz="quarter" idx="13"/>
          </p:nvPr>
        </p:nvSpPr>
        <p:spPr>
          <a:xfrm>
            <a:off x="876390" y="1310830"/>
            <a:ext cx="5580558" cy="674995"/>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Vantagens do uso do Formulário: </a:t>
            </a:r>
          </a:p>
        </p:txBody>
      </p:sp>
      <p:sp>
        <p:nvSpPr>
          <p:cNvPr id="4" name="Título 3">
            <a:extLst>
              <a:ext uri="{FF2B5EF4-FFF2-40B4-BE49-F238E27FC236}">
                <a16:creationId xmlns:a16="http://schemas.microsoft.com/office/drawing/2014/main" id="{D003D5AD-5E7B-CC46-51DF-5FA90980F5B5}"/>
              </a:ext>
            </a:extLst>
          </p:cNvPr>
          <p:cNvSpPr>
            <a:spLocks noGrp="1"/>
          </p:cNvSpPr>
          <p:nvPr>
            <p:ph type="title"/>
          </p:nvPr>
        </p:nvSpPr>
        <p:spPr/>
        <p:txBody>
          <a:bodyPr/>
          <a:lstStyle/>
          <a:p>
            <a:r>
              <a:rPr lang="pt-BR" dirty="0"/>
              <a:t>Cenário A- </a:t>
            </a:r>
            <a:r>
              <a:rPr lang="pt-BR" dirty="0" err="1"/>
              <a:t>Forms</a:t>
            </a:r>
            <a:endParaRPr lang="pt-BR" dirty="0"/>
          </a:p>
        </p:txBody>
      </p:sp>
      <p:sp>
        <p:nvSpPr>
          <p:cNvPr id="6" name="CaixaDeTexto 5">
            <a:extLst>
              <a:ext uri="{FF2B5EF4-FFF2-40B4-BE49-F238E27FC236}">
                <a16:creationId xmlns:a16="http://schemas.microsoft.com/office/drawing/2014/main" id="{838E6650-9358-0FF2-1A42-73C57BDA1B8A}"/>
              </a:ext>
            </a:extLst>
          </p:cNvPr>
          <p:cNvSpPr txBox="1"/>
          <p:nvPr/>
        </p:nvSpPr>
        <p:spPr>
          <a:xfrm>
            <a:off x="1223187" y="1985825"/>
            <a:ext cx="8050564" cy="2606867"/>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Implementação rápida, sem necessidade de desenvolvimento;</a:t>
            </a:r>
            <a:endParaRPr lang="pt-BR" altLang="pt-BR" sz="1800" i="1" dirty="0">
              <a:latin typeface="Calibri" panose="020F0502020204030204" pitchFamily="34" charset="0"/>
              <a:cs typeface="Calibri" panose="020F0502020204030204" pitchFamily="34" charset="0"/>
            </a:endParaRP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Fácil utilização pelos técnicos;</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Integração com ferramentas já utilizadas (Microsoft 365);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Baixo custo de implantação;</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a:t>
            </a:r>
            <a:r>
              <a:rPr lang="pt-BR" altLang="pt-BR" i="1" dirty="0">
                <a:latin typeface="Calibri" panose="020F0502020204030204" pitchFamily="34" charset="0"/>
                <a:cs typeface="Calibri" panose="020F0502020204030204" pitchFamily="34" charset="0"/>
              </a:rPr>
              <a:t>Permite coleta estruturada inicial das informações;                     </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a:t>
            </a:r>
            <a:r>
              <a:rPr lang="pt-BR" altLang="pt-BR" i="1" dirty="0">
                <a:latin typeface="Calibri" panose="020F0502020204030204" pitchFamily="34" charset="0"/>
                <a:cs typeface="Calibri" panose="020F0502020204030204" pitchFamily="34" charset="0"/>
              </a:rPr>
              <a:t>Acesso simples via link, sem necessidade de instalação;</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Solução eficiente para cenários simples e de baixo volume de informações.</a:t>
            </a:r>
            <a:endParaRPr lang="pt-BR" altLang="pt-BR" sz="18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7487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C944B00-161E-445A-5F33-6CBAD177C1DF}"/>
              </a:ext>
            </a:extLst>
          </p:cNvPr>
          <p:cNvSpPr>
            <a:spLocks noGrp="1"/>
          </p:cNvSpPr>
          <p:nvPr>
            <p:ph type="body" sz="quarter" idx="13"/>
          </p:nvPr>
        </p:nvSpPr>
        <p:spPr>
          <a:xfrm>
            <a:off x="914399" y="1310829"/>
            <a:ext cx="5580558" cy="674995"/>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Desvantagens do formulário:</a:t>
            </a:r>
          </a:p>
        </p:txBody>
      </p:sp>
      <p:sp>
        <p:nvSpPr>
          <p:cNvPr id="4" name="Título 3">
            <a:extLst>
              <a:ext uri="{FF2B5EF4-FFF2-40B4-BE49-F238E27FC236}">
                <a16:creationId xmlns:a16="http://schemas.microsoft.com/office/drawing/2014/main" id="{9AB6B75C-D130-28FC-BBF7-F0E799C4D6D9}"/>
              </a:ext>
            </a:extLst>
          </p:cNvPr>
          <p:cNvSpPr>
            <a:spLocks noGrp="1"/>
          </p:cNvSpPr>
          <p:nvPr>
            <p:ph type="title"/>
          </p:nvPr>
        </p:nvSpPr>
        <p:spPr/>
        <p:txBody>
          <a:bodyPr/>
          <a:lstStyle/>
          <a:p>
            <a:r>
              <a:rPr lang="pt-BR" dirty="0"/>
              <a:t>Cenário A- </a:t>
            </a:r>
            <a:r>
              <a:rPr lang="pt-BR" dirty="0" err="1"/>
              <a:t>Forms</a:t>
            </a:r>
            <a:endParaRPr lang="pt-BR" dirty="0"/>
          </a:p>
        </p:txBody>
      </p:sp>
      <p:sp>
        <p:nvSpPr>
          <p:cNvPr id="6" name="CaixaDeTexto 5">
            <a:extLst>
              <a:ext uri="{FF2B5EF4-FFF2-40B4-BE49-F238E27FC236}">
                <a16:creationId xmlns:a16="http://schemas.microsoft.com/office/drawing/2014/main" id="{C3A165F9-23C8-4B4D-04D2-7B3A2B99E993}"/>
              </a:ext>
            </a:extLst>
          </p:cNvPr>
          <p:cNvSpPr txBox="1"/>
          <p:nvPr/>
        </p:nvSpPr>
        <p:spPr>
          <a:xfrm>
            <a:off x="1175061" y="1985824"/>
            <a:ext cx="8146816" cy="2984407"/>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Limitação no número de itens por perguntas, dificultando inventários completos;</a:t>
            </a:r>
            <a:endParaRPr lang="pt-BR" altLang="pt-BR" sz="1800" i="1" dirty="0">
              <a:latin typeface="Calibri" panose="020F0502020204030204" pitchFamily="34" charset="0"/>
              <a:cs typeface="Calibri" panose="020F0502020204030204" pitchFamily="34" charset="0"/>
            </a:endParaRP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Necessidade de múltiplas páginas, tornando o preenchimento mais cansativos;</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Tratamento manual dos dados em Excel, gerando retrabalho</a:t>
            </a:r>
            <a:r>
              <a:rPr lang="pt-BR" altLang="pt-BR" sz="1800" i="1" dirty="0">
                <a:latin typeface="Calibri" panose="020F0502020204030204" pitchFamily="34" charset="0"/>
                <a:cs typeface="Calibri" panose="020F0502020204030204" pitchFamily="34" charset="0"/>
              </a:rPr>
              <a:t>;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Dificuldade na análise rápida das informações coletadas;</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Ausência de visão consolidada do status dos técnicos em tempo real</a:t>
            </a:r>
            <a:r>
              <a:rPr lang="pt-BR" altLang="pt-BR" i="1" dirty="0">
                <a:latin typeface="Calibri" panose="020F0502020204030204" pitchFamily="34" charset="0"/>
                <a:cs typeface="Calibri" panose="020F0502020204030204" pitchFamily="34" charset="0"/>
              </a:rPr>
              <a:t>;                     </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Gestão limitada de evidências (Fotos e Registros)</a:t>
            </a:r>
            <a:r>
              <a:rPr lang="pt-BR" altLang="pt-BR" i="1" dirty="0">
                <a:latin typeface="Calibri" panose="020F0502020204030204" pitchFamily="34" charset="0"/>
                <a:cs typeface="Calibri" panose="020F0502020204030204" pitchFamily="34" charset="0"/>
              </a:rPr>
              <a:t>;                        </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Dependência de processos paralelos (WhatsApp), gerando descentralização;</a:t>
            </a:r>
          </a:p>
          <a:p>
            <a:pPr eaLnBrk="1" hangingPunct="1">
              <a:lnSpc>
                <a:spcPct val="90000"/>
              </a:lnSpc>
              <a:spcBef>
                <a:spcPts val="1000"/>
              </a:spcBef>
              <a:buClr>
                <a:schemeClr val="accent1"/>
              </a:buClr>
              <a:buSzPct val="120000"/>
              <a:buFont typeface="+mj-lt"/>
              <a:buAutoNum type="arabicPeriod"/>
            </a:pPr>
            <a:r>
              <a:rPr lang="pt-BR" altLang="pt-BR" sz="1800" i="1" dirty="0">
                <a:latin typeface="Calibri" panose="020F0502020204030204" pitchFamily="34" charset="0"/>
                <a:cs typeface="Calibri" panose="020F0502020204030204" pitchFamily="34" charset="0"/>
              </a:rPr>
              <a:t> Escalabilidade limitada conforme o crescimento da operação </a:t>
            </a:r>
          </a:p>
        </p:txBody>
      </p:sp>
    </p:spTree>
    <p:extLst>
      <p:ext uri="{BB962C8B-B14F-4D97-AF65-F5344CB8AC3E}">
        <p14:creationId xmlns:p14="http://schemas.microsoft.com/office/powerpoint/2010/main" val="2855390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D4C5C46-0333-DC1B-5A7D-148E715E52C7}"/>
              </a:ext>
            </a:extLst>
          </p:cNvPr>
          <p:cNvSpPr>
            <a:spLocks noGrp="1"/>
          </p:cNvSpPr>
          <p:nvPr>
            <p:ph type="body" sz="quarter" idx="13"/>
          </p:nvPr>
        </p:nvSpPr>
        <p:spPr>
          <a:xfrm>
            <a:off x="7043537" y="1329818"/>
            <a:ext cx="4778248" cy="4565657"/>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A segunda proposta consiste no desenvolvimento de uma plataforma dedicada à gestão integrada de ferramentas, com foco em centralização, automação e inteligência das informações. </a:t>
            </a:r>
            <a:br>
              <a:rPr lang="pt-BR" sz="2000" b="0" i="1" dirty="0">
                <a:solidFill>
                  <a:schemeClr val="tx1"/>
                </a:solidFill>
                <a:latin typeface="Calibri" panose="020F0502020204030204" pitchFamily="34" charset="0"/>
                <a:cs typeface="Calibri" panose="020F0502020204030204" pitchFamily="34" charset="0"/>
              </a:rPr>
            </a:br>
            <a:br>
              <a:rPr lang="pt-BR" sz="2000" b="0" i="1" dirty="0">
                <a:solidFill>
                  <a:schemeClr val="tx1"/>
                </a:solidFill>
                <a:latin typeface="Calibri" panose="020F0502020204030204" pitchFamily="34" charset="0"/>
                <a:cs typeface="Calibri" panose="020F0502020204030204" pitchFamily="34" charset="0"/>
              </a:rPr>
            </a:br>
            <a:r>
              <a:rPr lang="pt-BR" sz="2000" b="0" i="1" dirty="0">
                <a:solidFill>
                  <a:schemeClr val="tx1"/>
                </a:solidFill>
                <a:latin typeface="Calibri" panose="020F0502020204030204" pitchFamily="34" charset="0"/>
                <a:cs typeface="Calibri" panose="020F0502020204030204" pitchFamily="34" charset="0"/>
              </a:rPr>
              <a:t>Diferentemente do modelo anterior, essa solução não se limita apenas na coleta de dados, mas permite o acompanhamento, a análise estruturada das informações e o suporte à tomada de decisão, contribuindo diretamente para a melhoria da eficiência operacional e da governança dos processos.</a:t>
            </a:r>
          </a:p>
        </p:txBody>
      </p:sp>
      <p:sp>
        <p:nvSpPr>
          <p:cNvPr id="4" name="Título 3">
            <a:extLst>
              <a:ext uri="{FF2B5EF4-FFF2-40B4-BE49-F238E27FC236}">
                <a16:creationId xmlns:a16="http://schemas.microsoft.com/office/drawing/2014/main" id="{F3051F9B-80FE-368B-466C-BDD67407C0CF}"/>
              </a:ext>
            </a:extLst>
          </p:cNvPr>
          <p:cNvSpPr>
            <a:spLocks noGrp="1"/>
          </p:cNvSpPr>
          <p:nvPr>
            <p:ph type="title"/>
          </p:nvPr>
        </p:nvSpPr>
        <p:spPr/>
        <p:txBody>
          <a:bodyPr/>
          <a:lstStyle/>
          <a:p>
            <a:r>
              <a:rPr lang="pt-BR" dirty="0"/>
              <a:t>Cenário B- Portal </a:t>
            </a:r>
          </a:p>
        </p:txBody>
      </p:sp>
      <p:pic>
        <p:nvPicPr>
          <p:cNvPr id="14" name="Imagem 13">
            <a:extLst>
              <a:ext uri="{FF2B5EF4-FFF2-40B4-BE49-F238E27FC236}">
                <a16:creationId xmlns:a16="http://schemas.microsoft.com/office/drawing/2014/main" id="{5FEFE637-BD17-0536-E70F-A029A7312A88}"/>
              </a:ext>
            </a:extLst>
          </p:cNvPr>
          <p:cNvPicPr>
            <a:picLocks noChangeAspect="1"/>
          </p:cNvPicPr>
          <p:nvPr/>
        </p:nvPicPr>
        <p:blipFill>
          <a:blip r:embed="rId2"/>
          <a:srcRect l="11488" r="10290" b="33669"/>
          <a:stretch>
            <a:fillRect/>
          </a:stretch>
        </p:blipFill>
        <p:spPr>
          <a:xfrm>
            <a:off x="370215" y="1897545"/>
            <a:ext cx="6673322" cy="2915087"/>
          </a:xfrm>
          <a:prstGeom prst="rect">
            <a:avLst/>
          </a:prstGeom>
        </p:spPr>
      </p:pic>
    </p:spTree>
    <p:extLst>
      <p:ext uri="{BB962C8B-B14F-4D97-AF65-F5344CB8AC3E}">
        <p14:creationId xmlns:p14="http://schemas.microsoft.com/office/powerpoint/2010/main" val="135326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B0D1792-0B5F-CDBA-EE74-987D439E45DD}"/>
              </a:ext>
            </a:extLst>
          </p:cNvPr>
          <p:cNvSpPr>
            <a:spLocks noGrp="1"/>
          </p:cNvSpPr>
          <p:nvPr>
            <p:ph type="title"/>
          </p:nvPr>
        </p:nvSpPr>
        <p:spPr/>
        <p:txBody>
          <a:bodyPr/>
          <a:lstStyle/>
          <a:p>
            <a:r>
              <a:rPr lang="pt-BR" dirty="0"/>
              <a:t>Cenário B- Portal</a:t>
            </a:r>
          </a:p>
        </p:txBody>
      </p:sp>
      <p:sp>
        <p:nvSpPr>
          <p:cNvPr id="6" name="CaixaDeTexto 5">
            <a:extLst>
              <a:ext uri="{FF2B5EF4-FFF2-40B4-BE49-F238E27FC236}">
                <a16:creationId xmlns:a16="http://schemas.microsoft.com/office/drawing/2014/main" id="{76A2BF2E-3590-AC61-0289-B5CB0C6EFF51}"/>
              </a:ext>
            </a:extLst>
          </p:cNvPr>
          <p:cNvSpPr txBox="1"/>
          <p:nvPr/>
        </p:nvSpPr>
        <p:spPr>
          <a:xfrm>
            <a:off x="876868" y="1985825"/>
            <a:ext cx="8507764" cy="4117024"/>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Solução estruturada para gestão completa do processo;</a:t>
            </a:r>
            <a:endParaRPr lang="pt-BR" altLang="pt-BR" sz="1800" i="1" dirty="0">
              <a:latin typeface="Calibri" panose="020F0502020204030204" pitchFamily="34" charset="0"/>
              <a:cs typeface="Calibri" panose="020F0502020204030204" pitchFamily="34" charset="0"/>
            </a:endParaRP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Centralização das informações em um único ambiente;</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Automatização do controle e atualização dos checklists;</a:t>
            </a:r>
            <a:endParaRPr lang="pt-BR" altLang="pt-BR" sz="1800" i="1" dirty="0">
              <a:latin typeface="Calibri" panose="020F0502020204030204" pitchFamily="34" charset="0"/>
              <a:cs typeface="Calibri" panose="020F0502020204030204" pitchFamily="34" charset="0"/>
            </a:endParaRP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Interface intuitiva, com foco na usabilidade para técnicos;</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Visibilidade gerencial (status: OK, pendente, problemas)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Redução significativas de processos manuais e retrabalho;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Organização e acesso facilitado a evidências fotográficas;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Exportação automatizada e estruturada para Excel;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Histórico completo por técnico e por período;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Base preparada para evolução com indicadores e inteligência de dados;</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Eliminação da dependência de múltiplos canais.</a:t>
            </a:r>
          </a:p>
        </p:txBody>
      </p:sp>
      <p:sp>
        <p:nvSpPr>
          <p:cNvPr id="7" name="Espaço Reservado para Texto 1">
            <a:extLst>
              <a:ext uri="{FF2B5EF4-FFF2-40B4-BE49-F238E27FC236}">
                <a16:creationId xmlns:a16="http://schemas.microsoft.com/office/drawing/2014/main" id="{9BD9003E-F4E6-5E37-5884-0828F7B26DA1}"/>
              </a:ext>
            </a:extLst>
          </p:cNvPr>
          <p:cNvSpPr>
            <a:spLocks noGrp="1"/>
          </p:cNvSpPr>
          <p:nvPr>
            <p:ph type="body" sz="quarter" idx="13"/>
          </p:nvPr>
        </p:nvSpPr>
        <p:spPr>
          <a:xfrm>
            <a:off x="708144" y="1338231"/>
            <a:ext cx="6558929" cy="647594"/>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O sistema segue trazendo vantagens como: </a:t>
            </a:r>
          </a:p>
        </p:txBody>
      </p:sp>
    </p:spTree>
    <p:extLst>
      <p:ext uri="{BB962C8B-B14F-4D97-AF65-F5344CB8AC3E}">
        <p14:creationId xmlns:p14="http://schemas.microsoft.com/office/powerpoint/2010/main" val="1197982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66B0087-E24D-2728-B0C9-2F9B2EE524D0}"/>
              </a:ext>
            </a:extLst>
          </p:cNvPr>
          <p:cNvSpPr>
            <a:spLocks noGrp="1"/>
          </p:cNvSpPr>
          <p:nvPr>
            <p:ph type="title"/>
          </p:nvPr>
        </p:nvSpPr>
        <p:spPr/>
        <p:txBody>
          <a:bodyPr/>
          <a:lstStyle/>
          <a:p>
            <a:r>
              <a:rPr lang="pt-BR" dirty="0"/>
              <a:t>Cenário B- Portal</a:t>
            </a:r>
          </a:p>
        </p:txBody>
      </p:sp>
      <p:sp>
        <p:nvSpPr>
          <p:cNvPr id="7" name="Espaço Reservado para Texto 1">
            <a:extLst>
              <a:ext uri="{FF2B5EF4-FFF2-40B4-BE49-F238E27FC236}">
                <a16:creationId xmlns:a16="http://schemas.microsoft.com/office/drawing/2014/main" id="{2AD26088-BAAF-18C7-4F64-88E271C3B729}"/>
              </a:ext>
            </a:extLst>
          </p:cNvPr>
          <p:cNvSpPr>
            <a:spLocks noGrp="1"/>
          </p:cNvSpPr>
          <p:nvPr>
            <p:ph type="body" sz="quarter" idx="13"/>
          </p:nvPr>
        </p:nvSpPr>
        <p:spPr>
          <a:xfrm>
            <a:off x="756271" y="1079613"/>
            <a:ext cx="6558929" cy="647594"/>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O sistema tem como desvantagens: </a:t>
            </a:r>
          </a:p>
        </p:txBody>
      </p:sp>
      <p:sp>
        <p:nvSpPr>
          <p:cNvPr id="8" name="CaixaDeTexto 7">
            <a:extLst>
              <a:ext uri="{FF2B5EF4-FFF2-40B4-BE49-F238E27FC236}">
                <a16:creationId xmlns:a16="http://schemas.microsoft.com/office/drawing/2014/main" id="{9A1FA743-3B84-7D68-C359-EF8A3380BD7A}"/>
              </a:ext>
            </a:extLst>
          </p:cNvPr>
          <p:cNvSpPr txBox="1"/>
          <p:nvPr/>
        </p:nvSpPr>
        <p:spPr>
          <a:xfrm>
            <a:off x="994587" y="1663612"/>
            <a:ext cx="8507764" cy="1096710"/>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Dependência de validação e aprovação para evolução completa;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Possível necessidade de ajustes conforme uso real;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Requer manutenção contínua do sistema, caso apareça falhas;</a:t>
            </a:r>
          </a:p>
        </p:txBody>
      </p:sp>
      <p:sp>
        <p:nvSpPr>
          <p:cNvPr id="10" name="Espaço Reservado para Texto 1">
            <a:extLst>
              <a:ext uri="{FF2B5EF4-FFF2-40B4-BE49-F238E27FC236}">
                <a16:creationId xmlns:a16="http://schemas.microsoft.com/office/drawing/2014/main" id="{E15D943A-3F0D-8F6C-2DF4-A72AFA9936A5}"/>
              </a:ext>
            </a:extLst>
          </p:cNvPr>
          <p:cNvSpPr txBox="1">
            <a:spLocks/>
          </p:cNvSpPr>
          <p:nvPr/>
        </p:nvSpPr>
        <p:spPr>
          <a:xfrm>
            <a:off x="756271" y="3105203"/>
            <a:ext cx="6558929" cy="647594"/>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Clr>
                <a:schemeClr val="accent1"/>
              </a:buClr>
              <a:buSzPct val="120000"/>
              <a:buFont typeface="Arial" panose="020B0604020202020204" pitchFamily="34" charset="0"/>
              <a:buNone/>
              <a:defRPr sz="2300" b="1" kern="1200">
                <a:solidFill>
                  <a:schemeClr val="accent1"/>
                </a:solidFill>
                <a:latin typeface="+mn-lt"/>
                <a:ea typeface="+mn-ea"/>
                <a:cs typeface="+mn-cs"/>
              </a:defRPr>
            </a:lvl1pPr>
            <a:lvl2pPr marL="457200" indent="0" algn="l" defTabSz="914400" rtl="0" eaLnBrk="1" latinLnBrk="0" hangingPunct="1">
              <a:lnSpc>
                <a:spcPct val="90000"/>
              </a:lnSpc>
              <a:spcBef>
                <a:spcPts val="500"/>
              </a:spcBef>
              <a:buClr>
                <a:schemeClr val="accent2"/>
              </a:buClr>
              <a:buSzPct val="110000"/>
              <a:buFont typeface="Arial" panose="020B0604020202020204" pitchFamily="34" charset="0"/>
              <a:buNone/>
              <a:defRPr sz="18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Clr>
                <a:schemeClr val="accent3"/>
              </a:buClr>
              <a:buSzPct val="110000"/>
              <a:buFont typeface="Arial" panose="020B0604020202020204" pitchFamily="34" charset="0"/>
              <a:buNone/>
              <a:defRPr sz="16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Evolução do Sistema: </a:t>
            </a:r>
          </a:p>
        </p:txBody>
      </p:sp>
      <p:sp>
        <p:nvSpPr>
          <p:cNvPr id="11" name="CaixaDeTexto 10">
            <a:extLst>
              <a:ext uri="{FF2B5EF4-FFF2-40B4-BE49-F238E27FC236}">
                <a16:creationId xmlns:a16="http://schemas.microsoft.com/office/drawing/2014/main" id="{58EC96D4-7096-E7F1-EAB0-F1DB2F2BDFE6}"/>
              </a:ext>
            </a:extLst>
          </p:cNvPr>
          <p:cNvSpPr txBox="1"/>
          <p:nvPr/>
        </p:nvSpPr>
        <p:spPr>
          <a:xfrm>
            <a:off x="994587" y="3752797"/>
            <a:ext cx="8507764" cy="1851789"/>
          </a:xfrm>
          <a:prstGeom prst="rect">
            <a:avLst/>
          </a:prstGeom>
          <a:noFill/>
        </p:spPr>
        <p:txBody>
          <a:bodyPr wrap="square">
            <a:spAutoFit/>
          </a:bodyPr>
          <a:lstStyle/>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Ampliação das funcionalidades do painel administrativo;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Desenvolvimento com indicadores operacionais;</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Integração com processos de compras e fluxos formais de aprovação;</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Estruturação de gestão documental; </a:t>
            </a:r>
          </a:p>
          <a:p>
            <a:pPr eaLnBrk="1" hangingPunct="1">
              <a:lnSpc>
                <a:spcPct val="90000"/>
              </a:lnSpc>
              <a:spcBef>
                <a:spcPts val="1000"/>
              </a:spcBef>
              <a:buClr>
                <a:schemeClr val="accent1"/>
              </a:buClr>
              <a:buSzPct val="120000"/>
              <a:buFont typeface="+mj-lt"/>
              <a:buAutoNum type="arabicPeriod"/>
            </a:pPr>
            <a:r>
              <a:rPr lang="pt-BR" altLang="pt-BR" i="1" dirty="0">
                <a:latin typeface="Calibri" panose="020F0502020204030204" pitchFamily="34" charset="0"/>
                <a:cs typeface="Calibri" panose="020F0502020204030204" pitchFamily="34" charset="0"/>
              </a:rPr>
              <a:t> Evolução contínua baseada no uso real da plataforma </a:t>
            </a:r>
          </a:p>
        </p:txBody>
      </p:sp>
    </p:spTree>
    <p:extLst>
      <p:ext uri="{BB962C8B-B14F-4D97-AF65-F5344CB8AC3E}">
        <p14:creationId xmlns:p14="http://schemas.microsoft.com/office/powerpoint/2010/main" val="1338750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59228EE-0434-C987-59FC-33867B03B4D5}"/>
              </a:ext>
            </a:extLst>
          </p:cNvPr>
          <p:cNvSpPr>
            <a:spLocks noGrp="1"/>
          </p:cNvSpPr>
          <p:nvPr>
            <p:ph type="title"/>
          </p:nvPr>
        </p:nvSpPr>
        <p:spPr/>
        <p:txBody>
          <a:bodyPr/>
          <a:lstStyle/>
          <a:p>
            <a:r>
              <a:rPr lang="pt-BR" dirty="0"/>
              <a:t>Amostragem</a:t>
            </a:r>
          </a:p>
        </p:txBody>
      </p:sp>
      <p:sp>
        <p:nvSpPr>
          <p:cNvPr id="5" name="Espaço Reservado para Texto 1">
            <a:extLst>
              <a:ext uri="{FF2B5EF4-FFF2-40B4-BE49-F238E27FC236}">
                <a16:creationId xmlns:a16="http://schemas.microsoft.com/office/drawing/2014/main" id="{2495CFA3-275F-19EF-2F9D-E89F99BE4D1F}"/>
              </a:ext>
            </a:extLst>
          </p:cNvPr>
          <p:cNvSpPr>
            <a:spLocks noGrp="1"/>
          </p:cNvSpPr>
          <p:nvPr>
            <p:ph type="body" sz="quarter" idx="13"/>
          </p:nvPr>
        </p:nvSpPr>
        <p:spPr>
          <a:xfrm>
            <a:off x="756271" y="1079613"/>
            <a:ext cx="6558929" cy="647594"/>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Seguiremos com a amostra do site: </a:t>
            </a:r>
          </a:p>
        </p:txBody>
      </p:sp>
      <p:sp>
        <p:nvSpPr>
          <p:cNvPr id="2" name="Espaço Reservado para Texto 1">
            <a:extLst>
              <a:ext uri="{FF2B5EF4-FFF2-40B4-BE49-F238E27FC236}">
                <a16:creationId xmlns:a16="http://schemas.microsoft.com/office/drawing/2014/main" id="{EC3611BA-8F55-2763-1838-59C98ED1B9BB}"/>
              </a:ext>
            </a:extLst>
          </p:cNvPr>
          <p:cNvSpPr txBox="1">
            <a:spLocks/>
          </p:cNvSpPr>
          <p:nvPr/>
        </p:nvSpPr>
        <p:spPr>
          <a:xfrm>
            <a:off x="1969004" y="2293635"/>
            <a:ext cx="8397306" cy="647594"/>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Clr>
                <a:schemeClr val="accent1"/>
              </a:buClr>
              <a:buSzPct val="120000"/>
              <a:buFont typeface="Arial" panose="020B0604020202020204" pitchFamily="34" charset="0"/>
              <a:buNone/>
              <a:defRPr sz="2300" b="1" kern="1200">
                <a:solidFill>
                  <a:schemeClr val="accent1"/>
                </a:solidFill>
                <a:latin typeface="+mn-lt"/>
                <a:ea typeface="+mn-ea"/>
                <a:cs typeface="+mn-cs"/>
              </a:defRPr>
            </a:lvl1pPr>
            <a:lvl2pPr marL="457200" indent="0" algn="l" defTabSz="914400" rtl="0" eaLnBrk="1" latinLnBrk="0" hangingPunct="1">
              <a:lnSpc>
                <a:spcPct val="90000"/>
              </a:lnSpc>
              <a:spcBef>
                <a:spcPts val="500"/>
              </a:spcBef>
              <a:buClr>
                <a:schemeClr val="accent2"/>
              </a:buClr>
              <a:buSzPct val="110000"/>
              <a:buFont typeface="Arial" panose="020B0604020202020204" pitchFamily="34" charset="0"/>
              <a:buNone/>
              <a:defRPr sz="18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Clr>
                <a:schemeClr val="accent3"/>
              </a:buClr>
              <a:buSzPct val="110000"/>
              <a:buFont typeface="Arial" panose="020B0604020202020204" pitchFamily="34" charset="0"/>
              <a:buNone/>
              <a:defRPr sz="16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u="sng" dirty="0">
                <a:solidFill>
                  <a:srgbClr val="00B0F0"/>
                </a:solidFill>
                <a:hlinkClick r:id="rId2">
                  <a:extLst>
                    <a:ext uri="{A12FA001-AC4F-418D-AE19-62706E023703}">
                      <ahyp:hlinkClr xmlns:ahyp="http://schemas.microsoft.com/office/drawing/2018/hyperlinkcolor" val="tx"/>
                    </a:ext>
                  </a:extLst>
                </a:hlinkClick>
              </a:rPr>
              <a:t>https://pi490.github.io/Operant/</a:t>
            </a:r>
            <a:endParaRPr lang="pt-BR" sz="2000" b="0" i="1" dirty="0">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2476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86E3CF9-6E4F-04BB-B8FC-A3B1E7DCA67F}"/>
              </a:ext>
            </a:extLst>
          </p:cNvPr>
          <p:cNvSpPr>
            <a:spLocks noGrp="1"/>
          </p:cNvSpPr>
          <p:nvPr>
            <p:ph type="title"/>
          </p:nvPr>
        </p:nvSpPr>
        <p:spPr/>
        <p:txBody>
          <a:bodyPr/>
          <a:lstStyle/>
          <a:p>
            <a:r>
              <a:rPr lang="pt-BR" dirty="0"/>
              <a:t>Conclusão </a:t>
            </a:r>
          </a:p>
        </p:txBody>
      </p:sp>
      <p:sp>
        <p:nvSpPr>
          <p:cNvPr id="5" name="Espaço Reservado para Texto 1">
            <a:extLst>
              <a:ext uri="{FF2B5EF4-FFF2-40B4-BE49-F238E27FC236}">
                <a16:creationId xmlns:a16="http://schemas.microsoft.com/office/drawing/2014/main" id="{C2055A61-399F-CE67-F0D7-73FECC4716F0}"/>
              </a:ext>
            </a:extLst>
          </p:cNvPr>
          <p:cNvSpPr>
            <a:spLocks noGrp="1"/>
          </p:cNvSpPr>
          <p:nvPr>
            <p:ph type="body" sz="quarter" idx="13"/>
          </p:nvPr>
        </p:nvSpPr>
        <p:spPr>
          <a:xfrm>
            <a:off x="756271" y="1079613"/>
            <a:ext cx="9085561" cy="4888050"/>
          </a:xfrm>
        </p:spPr>
        <p:txBody>
          <a:bodyPr/>
          <a:lstStyle/>
          <a:p>
            <a:pPr marL="285750" indent="-285750" algn="l">
              <a:buFont typeface="Arial" panose="020B0604020202020204" pitchFamily="34" charset="0"/>
              <a:buChar char="•"/>
            </a:pPr>
            <a:r>
              <a:rPr lang="pt-BR" sz="2000" b="0" i="1" dirty="0">
                <a:solidFill>
                  <a:schemeClr val="tx1"/>
                </a:solidFill>
                <a:latin typeface="Calibri" panose="020F0502020204030204" pitchFamily="34" charset="0"/>
                <a:cs typeface="Calibri" panose="020F0502020204030204" pitchFamily="34" charset="0"/>
              </a:rPr>
              <a:t>Ao longo da apresentação, foram avaliados dois cenários para gestão das ferramentas. </a:t>
            </a:r>
            <a:br>
              <a:rPr lang="pt-BR" sz="2000" b="0" i="1" dirty="0">
                <a:solidFill>
                  <a:schemeClr val="tx1"/>
                </a:solidFill>
                <a:latin typeface="Calibri" panose="020F0502020204030204" pitchFamily="34" charset="0"/>
                <a:cs typeface="Calibri" panose="020F0502020204030204" pitchFamily="34" charset="0"/>
              </a:rPr>
            </a:br>
            <a:br>
              <a:rPr lang="pt-BR" sz="2000" b="0" i="1" dirty="0">
                <a:solidFill>
                  <a:schemeClr val="tx1"/>
                </a:solidFill>
                <a:latin typeface="Calibri" panose="020F0502020204030204" pitchFamily="34" charset="0"/>
                <a:cs typeface="Calibri" panose="020F0502020204030204" pitchFamily="34" charset="0"/>
              </a:rPr>
            </a:br>
            <a:r>
              <a:rPr lang="pt-BR" sz="2000" b="0" i="1" dirty="0">
                <a:solidFill>
                  <a:schemeClr val="tx1"/>
                </a:solidFill>
                <a:latin typeface="Calibri" panose="020F0502020204030204" pitchFamily="34" charset="0"/>
                <a:cs typeface="Calibri" panose="020F0502020204030204" pitchFamily="34" charset="0"/>
              </a:rPr>
              <a:t>O Formulário representa uma solução inicial, voltada para a coleta de dados. </a:t>
            </a:r>
            <a:br>
              <a:rPr lang="pt-BR" sz="2000" b="0" i="1" dirty="0">
                <a:solidFill>
                  <a:schemeClr val="tx1"/>
                </a:solidFill>
                <a:latin typeface="Calibri" panose="020F0502020204030204" pitchFamily="34" charset="0"/>
                <a:cs typeface="Calibri" panose="020F0502020204030204" pitchFamily="34" charset="0"/>
              </a:rPr>
            </a:br>
            <a:br>
              <a:rPr lang="pt-BR" sz="2000" b="0" i="1" dirty="0">
                <a:solidFill>
                  <a:schemeClr val="tx1"/>
                </a:solidFill>
                <a:latin typeface="Calibri" panose="020F0502020204030204" pitchFamily="34" charset="0"/>
                <a:cs typeface="Calibri" panose="020F0502020204030204" pitchFamily="34" charset="0"/>
              </a:rPr>
            </a:br>
            <a:r>
              <a:rPr lang="pt-BR" sz="2000" b="0" i="1" dirty="0">
                <a:solidFill>
                  <a:schemeClr val="tx1"/>
                </a:solidFill>
                <a:latin typeface="Calibri" panose="020F0502020204030204" pitchFamily="34" charset="0"/>
                <a:cs typeface="Calibri" panose="020F0502020204030204" pitchFamily="34" charset="0"/>
              </a:rPr>
              <a:t>Porém, a plataforma apresentada já corresponde a uma solução estruturada, desenvolvida com base nas necessidades reais da operação, capaz de proporcionar controle, visibilidade e suporte à tomada de decisão em tempo real. </a:t>
            </a:r>
            <a:br>
              <a:rPr lang="pt-BR" sz="2000" b="0" i="1" dirty="0">
                <a:solidFill>
                  <a:schemeClr val="tx1"/>
                </a:solidFill>
                <a:latin typeface="Calibri" panose="020F0502020204030204" pitchFamily="34" charset="0"/>
                <a:cs typeface="Calibri" panose="020F0502020204030204" pitchFamily="34" charset="0"/>
              </a:rPr>
            </a:br>
            <a:br>
              <a:rPr lang="pt-BR" sz="2000" b="0" i="1" dirty="0">
                <a:solidFill>
                  <a:schemeClr val="tx1"/>
                </a:solidFill>
                <a:latin typeface="Calibri" panose="020F0502020204030204" pitchFamily="34" charset="0"/>
                <a:cs typeface="Calibri" panose="020F0502020204030204" pitchFamily="34" charset="0"/>
              </a:rPr>
            </a:br>
            <a:r>
              <a:rPr lang="pt-BR" sz="2000" b="0" i="1" dirty="0">
                <a:solidFill>
                  <a:schemeClr val="tx1"/>
                </a:solidFill>
                <a:latin typeface="Calibri" panose="020F0502020204030204" pitchFamily="34" charset="0"/>
                <a:cs typeface="Calibri" panose="020F0502020204030204" pitchFamily="34" charset="0"/>
              </a:rPr>
              <a:t>Dessa forma, não se trata apenas de uma alternativa, mas de uma evolução no modelo de gestão das ferramentas, como impacto direto nas eficiência operacional e na redução de riscos.</a:t>
            </a:r>
          </a:p>
        </p:txBody>
      </p:sp>
    </p:spTree>
    <p:extLst>
      <p:ext uri="{BB962C8B-B14F-4D97-AF65-F5344CB8AC3E}">
        <p14:creationId xmlns:p14="http://schemas.microsoft.com/office/powerpoint/2010/main" val="1587983471"/>
      </p:ext>
    </p:extLst>
  </p:cSld>
  <p:clrMapOvr>
    <a:masterClrMapping/>
  </p:clrMapOvr>
</p:sld>
</file>

<file path=ppt/theme/theme1.xml><?xml version="1.0" encoding="utf-8"?>
<a:theme xmlns:a="http://schemas.openxmlformats.org/drawingml/2006/main" name="Default Theme">
  <a:themeElements>
    <a:clrScheme name="Couleurs Kuhn">
      <a:dk1>
        <a:sysClr val="windowText" lastClr="000000"/>
      </a:dk1>
      <a:lt1>
        <a:sysClr val="window" lastClr="FFFFFF"/>
      </a:lt1>
      <a:dk2>
        <a:srgbClr val="404040"/>
      </a:dk2>
      <a:lt2>
        <a:srgbClr val="E8E8E8"/>
      </a:lt2>
      <a:accent1>
        <a:srgbClr val="EE3026"/>
      </a:accent1>
      <a:accent2>
        <a:srgbClr val="2F3441"/>
      </a:accent2>
      <a:accent3>
        <a:srgbClr val="D1B681"/>
      </a:accent3>
      <a:accent4>
        <a:srgbClr val="E8E8E8"/>
      </a:accent4>
      <a:accent5>
        <a:srgbClr val="404040"/>
      </a:accent5>
      <a:accent6>
        <a:srgbClr val="E4E1CC"/>
      </a:accent6>
      <a:hlink>
        <a:srgbClr val="EE3026"/>
      </a:hlink>
      <a:folHlink>
        <a:srgbClr val="2F3441"/>
      </a:folHlink>
    </a:clrScheme>
    <a:fontScheme name="KUH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2D14C644-B8B0-4B7D-B304-E736548BF441}" vid="{7C298449-00F7-421E-AFF7-38589E353D0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A3F92C02A27F438B3C3342A3B852BA" ma:contentTypeVersion="8" ma:contentTypeDescription="Create a new document." ma:contentTypeScope="" ma:versionID="35441e29ff2f00e1b52a9a6fa745ca3c">
  <xsd:schema xmlns:xsd="http://www.w3.org/2001/XMLSchema" xmlns:xs="http://www.w3.org/2001/XMLSchema" xmlns:p="http://schemas.microsoft.com/office/2006/metadata/properties" xmlns:ns3="4e3fb46b-d65e-4d41-a202-645b94cb3ccc" targetNamespace="http://schemas.microsoft.com/office/2006/metadata/properties" ma:root="true" ma:fieldsID="c121a0caac2bd108195ec78ae5a0e1c0" ns3:_="">
    <xsd:import namespace="4e3fb46b-d65e-4d41-a202-645b94cb3cc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fb46b-d65e-4d41-a202-645b94cb3cc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e3fb46b-d65e-4d41-a202-645b94cb3cc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CA72F1-95E8-416A-84E6-FD6F8A2C05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3fb46b-d65e-4d41-a202-645b94cb3c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049DE0-AC58-42BE-A9A3-2744ED5CF694}">
  <ds:schemaRefs>
    <ds:schemaRef ds:uri="http://purl.org/dc/dcmitype/"/>
    <ds:schemaRef ds:uri="http://schemas.microsoft.com/office/2006/documentManagement/types"/>
    <ds:schemaRef ds:uri="4e3fb46b-d65e-4d41-a202-645b94cb3ccc"/>
    <ds:schemaRef ds:uri="http://purl.org/dc/elements/1.1/"/>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F00B5F2-899C-4C33-AEF5-A475456ECF18}">
  <ds:schemaRefs>
    <ds:schemaRef ds:uri="http://schemas.microsoft.com/sharepoint/v3/contenttype/forms"/>
  </ds:schemaRefs>
</ds:datastoreItem>
</file>

<file path=docMetadata/LabelInfo.xml><?xml version="1.0" encoding="utf-8"?>
<clbl:labelList xmlns:clbl="http://schemas.microsoft.com/office/2020/mipLabelMetadata">
  <clbl:label id="{1608212b-4223-4261-b9d9-78f877d35edb}" enabled="0" method="" siteId="{1608212b-4223-4261-b9d9-78f877d35edb}" removed="1"/>
</clbl:labelList>
</file>

<file path=docProps/app.xml><?xml version="1.0" encoding="utf-8"?>
<Properties xmlns="http://schemas.openxmlformats.org/officeDocument/2006/extended-properties" xmlns:vt="http://schemas.openxmlformats.org/officeDocument/2006/docPropsVTypes">
  <Template>Europe</Template>
  <TotalTime>1016</TotalTime>
  <Words>798</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11</vt:i4>
      </vt:variant>
    </vt:vector>
  </HeadingPairs>
  <TitlesOfParts>
    <vt:vector size="14" baseType="lpstr">
      <vt:lpstr>Arial</vt:lpstr>
      <vt:lpstr>Calibri</vt:lpstr>
      <vt:lpstr>Default Theme</vt:lpstr>
      <vt:lpstr>GESTÃO DE FERRAMENTAS DOS TÉCNICOS </vt:lpstr>
      <vt:lpstr>Apresentação do PowerPoint</vt:lpstr>
      <vt:lpstr>Impacto</vt:lpstr>
      <vt:lpstr>Cenário A- Forms</vt:lpstr>
      <vt:lpstr>Cenário A- Forms</vt:lpstr>
      <vt:lpstr>Cenário A- Forms</vt:lpstr>
      <vt:lpstr>Cenário B- Portal </vt:lpstr>
      <vt:lpstr>Cenário B- Portal</vt:lpstr>
      <vt:lpstr>Cenário B- Portal</vt:lpstr>
      <vt:lpstr>Amostragem</vt:lpstr>
      <vt:lpstr>Conclusão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Piettra ALVES CELLI</dc:creator>
  <cp:lastModifiedBy>Piettra ALVES CELLI</cp:lastModifiedBy>
  <cp:revision>4</cp:revision>
  <dcterms:created xsi:type="dcterms:W3CDTF">2026-05-11T16:12:14Z</dcterms:created>
  <dcterms:modified xsi:type="dcterms:W3CDTF">2026-05-21T14:30:26Z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0x0101008FA3F92C02A27F438B3C3342A3B852BA</vt:lpwstr>
  </property>
</Properties>
</file>